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ags/tag2.xml" ContentType="application/vnd.openxmlformats-officedocument.presentationml.tags+xml"/>
  <Override PartName="/ppt/theme/themeOverride2.xml" ContentType="application/vnd.openxmlformats-officedocument.themeOverr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heme/themeOverride3.xml" ContentType="application/vnd.openxmlformats-officedocument.themeOverride+xml"/>
  <Override PartName="/ppt/tags/tag21.xml" ContentType="application/vnd.openxmlformats-officedocument.presentationml.tags+xml"/>
  <Override PartName="/ppt/theme/themeOverride4.xml" ContentType="application/vnd.openxmlformats-officedocument.themeOverr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heme/themeOverride5.xml" ContentType="application/vnd.openxmlformats-officedocument.themeOverr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heme/themeOverride6.xml" ContentType="application/vnd.openxmlformats-officedocument.themeOverride+xml"/>
  <Override PartName="/ppt/tags/tag51.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heme/themeOverride7.xml" ContentType="application/vnd.openxmlformats-officedocument.themeOverr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heme/themeOverride8.xml" ContentType="application/vnd.openxmlformats-officedocument.themeOverr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heme/themeOverride9.xml" ContentType="application/vnd.openxmlformats-officedocument.themeOverride+xml"/>
  <Override PartName="/ppt/tags/tag9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430.xml" ContentType="application/vnd.openxmlformats-officedocument.presentationml.tags+xml"/>
  <Override PartName="/ppt/tags/tag460.xml" ContentType="application/vnd.openxmlformats-officedocument.presentationml.tags+xml"/>
  <Override PartName="/ppt/tags/tag490.xml" ContentType="application/vnd.openxmlformats-officedocument.presentationml.tags+xml"/>
  <Override PartName="/ppt/tags/tag52.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handoutMasterIdLst>
    <p:handoutMasterId r:id="rId21"/>
  </p:handoutMasterIdLst>
  <p:sldIdLst>
    <p:sldId id="256" r:id="rId2"/>
    <p:sldId id="259" r:id="rId3"/>
    <p:sldId id="258" r:id="rId4"/>
    <p:sldId id="266" r:id="rId5"/>
    <p:sldId id="269" r:id="rId6"/>
    <p:sldId id="267" r:id="rId7"/>
    <p:sldId id="268" r:id="rId8"/>
    <p:sldId id="263" r:id="rId9"/>
    <p:sldId id="270" r:id="rId10"/>
    <p:sldId id="271" r:id="rId11"/>
    <p:sldId id="272" r:id="rId12"/>
    <p:sldId id="264" r:id="rId13"/>
    <p:sldId id="273" r:id="rId14"/>
    <p:sldId id="274" r:id="rId15"/>
    <p:sldId id="265" r:id="rId16"/>
    <p:sldId id="574" r:id="rId17"/>
    <p:sldId id="275" r:id="rId18"/>
    <p:sldId id="262" r:id="rId19"/>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12167"/>
    <a:srgbClr val="234BCB"/>
    <a:srgbClr val="1F43B7"/>
    <a:srgbClr val="013685"/>
    <a:srgbClr val="032E83"/>
    <a:srgbClr val="032873"/>
    <a:srgbClr val="072A6F"/>
    <a:srgbClr val="093285"/>
    <a:srgbClr val="1229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3458" autoAdjust="0"/>
    <p:restoredTop sz="94660"/>
  </p:normalViewPr>
  <p:slideViewPr>
    <p:cSldViewPr snapToGrid="0">
      <p:cViewPr>
        <p:scale>
          <a:sx n="60" d="100"/>
          <a:sy n="60" d="100"/>
        </p:scale>
        <p:origin x="76" y="832"/>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83" d="100"/>
          <a:sy n="83" d="100"/>
        </p:scale>
        <p:origin x="1602"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EB2E70B-8B9E-479F-B541-2E2AE77DC6F0}" type="datetimeFigureOut">
              <a:rPr lang="zh-CN" altLang="en-US" smtClean="0"/>
              <a:t>2025-04-28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028E103-C539-4D9B-B1FC-AAFDF55C356D}"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2A3D24-6083-4546-8C6D-DEE86BAAAE49}" type="datetimeFigureOut">
              <a:rPr lang="zh-CN" altLang="en-US" smtClean="0"/>
              <a:t>2025-04-28</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ED8765-8EF3-408C-9341-152904E414E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00000"/>
        </a:solidFill>
        <a:effectLst/>
      </p:bgPr>
    </p:bg>
    <p:spTree>
      <p:nvGrpSpPr>
        <p:cNvPr id="1" name=""/>
        <p:cNvGrpSpPr/>
        <p:nvPr/>
      </p:nvGrpSpPr>
      <p:grpSpPr>
        <a:xfrm>
          <a:off x="0" y="0"/>
          <a:ext cx="0" cy="0"/>
          <a:chOff x="0" y="0"/>
          <a:chExt cx="0" cy="0"/>
        </a:xfrm>
      </p:grpSpPr>
      <p:grpSp>
        <p:nvGrpSpPr>
          <p:cNvPr id="22" name="组合 21"/>
          <p:cNvGrpSpPr/>
          <p:nvPr userDrawn="1"/>
        </p:nvGrpSpPr>
        <p:grpSpPr>
          <a:xfrm>
            <a:off x="0" y="0"/>
            <a:ext cx="12192000" cy="6858000"/>
            <a:chOff x="0" y="0"/>
            <a:chExt cx="12192000" cy="6858000"/>
          </a:xfrm>
        </p:grpSpPr>
        <p:pic>
          <p:nvPicPr>
            <p:cNvPr id="14" name="图片 13" descr="图片包含 游戏机, 画&#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49087" y="1472324"/>
              <a:ext cx="3127688" cy="2678940"/>
            </a:xfrm>
            <a:prstGeom prst="rect">
              <a:avLst/>
            </a:prstGeom>
          </p:spPr>
        </p:pic>
        <p:grpSp>
          <p:nvGrpSpPr>
            <p:cNvPr id="21" name="组合 20"/>
            <p:cNvGrpSpPr/>
            <p:nvPr userDrawn="1"/>
          </p:nvGrpSpPr>
          <p:grpSpPr>
            <a:xfrm>
              <a:off x="0" y="0"/>
              <a:ext cx="12192000" cy="6858000"/>
              <a:chOff x="0" y="0"/>
              <a:chExt cx="12192000" cy="6858000"/>
            </a:xfrm>
          </p:grpSpPr>
          <p:pic>
            <p:nvPicPr>
              <p:cNvPr id="10" name="图片 9" descr="徽标&#10;&#10;描述已自动生成"/>
              <p:cNvPicPr>
                <a:picLocks noChangeAspect="1"/>
              </p:cNvPicPr>
              <p:nvPr userDrawn="1"/>
            </p:nvPicPr>
            <p:blipFill rotWithShape="1">
              <a:blip r:embed="rId3" cstate="print">
                <a:extLst>
                  <a:ext uri="{28A0092B-C50C-407E-A947-70E740481C1C}">
                    <a14:useLocalDpi xmlns:a14="http://schemas.microsoft.com/office/drawing/2010/main" val="0"/>
                  </a:ext>
                </a:extLst>
              </a:blip>
              <a:srcRect r="45751" b="7977"/>
              <a:stretch>
                <a:fillRect/>
              </a:stretch>
            </p:blipFill>
            <p:spPr>
              <a:xfrm>
                <a:off x="8198889" y="546976"/>
                <a:ext cx="3993111" cy="6311024"/>
              </a:xfrm>
              <a:prstGeom prst="rect">
                <a:avLst/>
              </a:prstGeom>
            </p:spPr>
          </p:pic>
          <p:pic>
            <p:nvPicPr>
              <p:cNvPr id="6" name="图片 5" descr="徽标&#10;&#10;描述已自动生成"/>
              <p:cNvPicPr>
                <a:picLocks noChangeAspect="1"/>
              </p:cNvPicPr>
              <p:nvPr userDrawn="1"/>
            </p:nvPicPr>
            <p:blipFill rotWithShape="1">
              <a:blip r:embed="rId4" cstate="print">
                <a:extLst>
                  <a:ext uri="{28A0092B-C50C-407E-A947-70E740481C1C}">
                    <a14:useLocalDpi xmlns:a14="http://schemas.microsoft.com/office/drawing/2010/main" val="0"/>
                  </a:ext>
                </a:extLst>
              </a:blip>
              <a:srcRect l="35600" t="8460" b="3024"/>
              <a:stretch>
                <a:fillRect/>
              </a:stretch>
            </p:blipFill>
            <p:spPr>
              <a:xfrm>
                <a:off x="0" y="0"/>
                <a:ext cx="4528277" cy="6591300"/>
              </a:xfrm>
              <a:prstGeom prst="rect">
                <a:avLst/>
              </a:prstGeom>
            </p:spPr>
          </p:pic>
        </p:grpSp>
      </p:grpSp>
      <p:sp>
        <p:nvSpPr>
          <p:cNvPr id="2" name="标题 1"/>
          <p:cNvSpPr>
            <a:spLocks noGrp="1"/>
          </p:cNvSpPr>
          <p:nvPr userDrawn="1">
            <p:ph type="ctrTitle" hasCustomPrompt="1"/>
          </p:nvPr>
        </p:nvSpPr>
        <p:spPr>
          <a:xfrm>
            <a:off x="660400" y="1329025"/>
            <a:ext cx="10858500" cy="2308324"/>
          </a:xfrm>
        </p:spPr>
        <p:txBody>
          <a:bodyPr vert="horz" wrap="square" lIns="91440" tIns="45720" rIns="91440" bIns="45720" rtlCol="0" anchor="b">
            <a:spAutoFit/>
          </a:bodyPr>
          <a:lstStyle>
            <a:lvl1pPr algn="ctr">
              <a:lnSpc>
                <a:spcPct val="100000"/>
              </a:lnSpc>
              <a:defRPr lang="zh-CN" altLang="en-US" sz="7200" b="1" dirty="0">
                <a:solidFill>
                  <a:schemeClr val="tx1"/>
                </a:solidFill>
              </a:defRPr>
            </a:lvl1pPr>
          </a:lstStyle>
          <a:p>
            <a:pPr lvl="0" defTabSz="914400"/>
            <a:r>
              <a:rPr lang="en-US" altLang="zh-CN" dirty="0"/>
              <a:t>Click to edit </a:t>
            </a:r>
            <a:br>
              <a:rPr lang="en-US" altLang="zh-CN" dirty="0"/>
            </a:br>
            <a:r>
              <a:rPr lang="en-US" altLang="zh-CN" dirty="0"/>
              <a:t>Master title style</a:t>
            </a:r>
            <a:endParaRPr lang="zh-CN" altLang="en-US" dirty="0"/>
          </a:p>
        </p:txBody>
      </p:sp>
      <p:sp>
        <p:nvSpPr>
          <p:cNvPr id="3" name="副标题 2"/>
          <p:cNvSpPr>
            <a:spLocks noGrp="1"/>
          </p:cNvSpPr>
          <p:nvPr userDrawn="1">
            <p:ph type="subTitle" idx="1"/>
          </p:nvPr>
        </p:nvSpPr>
        <p:spPr>
          <a:xfrm>
            <a:off x="3888960" y="4044333"/>
            <a:ext cx="3326310" cy="311610"/>
          </a:xfrm>
          <a:prstGeom prst="roundRect">
            <a:avLst>
              <a:gd name="adj" fmla="val 50000"/>
            </a:avLst>
          </a:prstGeom>
          <a:solidFill>
            <a:schemeClr val="tx1"/>
          </a:solidFill>
          <a:ln>
            <a:noFill/>
          </a:ln>
        </p:spPr>
        <p:txBody>
          <a:bodyPr vert="horz" wrap="square" lIns="0" tIns="0" rIns="0" bIns="0" rtlCol="0" anchor="t">
            <a:spAutoFit/>
          </a:bodyPr>
          <a:lstStyle>
            <a:lvl1pPr marL="0" indent="0" algn="ctr">
              <a:spcBef>
                <a:spcPts val="0"/>
              </a:spcBef>
              <a:buNone/>
              <a:defRPr lang="zh-CN" altLang="en-US" sz="1600">
                <a:solidFill>
                  <a:schemeClr val="bg1"/>
                </a:solidFill>
              </a:defRPr>
            </a:lvl1pPr>
          </a:lstStyle>
          <a:p>
            <a:pPr marL="228600" lvl="0" indent="-228600" defTabSz="914400"/>
            <a:r>
              <a:rPr lang="en-US" altLang="zh-CN" dirty="0"/>
              <a:t>Click to edit Master subtitle style</a:t>
            </a:r>
            <a:endParaRPr lang="zh-CN" altLang="en-US" dirty="0"/>
          </a:p>
        </p:txBody>
      </p:sp>
      <p:sp>
        <p:nvSpPr>
          <p:cNvPr id="8" name="文本占位符 7"/>
          <p:cNvSpPr>
            <a:spLocks noGrp="1"/>
          </p:cNvSpPr>
          <p:nvPr userDrawn="1">
            <p:ph type="body" sz="quarter" idx="13" hasCustomPrompt="1"/>
          </p:nvPr>
        </p:nvSpPr>
        <p:spPr>
          <a:xfrm>
            <a:off x="6665072" y="5837829"/>
            <a:ext cx="4853828" cy="296271"/>
          </a:xfrm>
        </p:spPr>
        <p:txBody>
          <a:bodyPr vert="horz" lIns="91440" tIns="45720" rIns="91440" bIns="45720" rtlCol="0" anchor="ctr">
            <a:normAutofit/>
          </a:bodyPr>
          <a:lstStyle>
            <a:lvl1pPr marL="0" indent="0" algn="r">
              <a:buNone/>
              <a:defRPr lang="en-US" altLang="zh-CN" sz="1200" b="0" smtClean="0">
                <a:solidFill>
                  <a:schemeClr val="bg1"/>
                </a:solidFill>
              </a:defRPr>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Speaker name and title</a:t>
            </a:r>
          </a:p>
        </p:txBody>
      </p:sp>
      <p:sp>
        <p:nvSpPr>
          <p:cNvPr id="9" name="文本占位符 8"/>
          <p:cNvSpPr>
            <a:spLocks noGrp="1"/>
          </p:cNvSpPr>
          <p:nvPr userDrawn="1">
            <p:ph type="body" sz="quarter" idx="14" hasCustomPrompt="1"/>
          </p:nvPr>
        </p:nvSpPr>
        <p:spPr>
          <a:xfrm>
            <a:off x="660400" y="5837829"/>
            <a:ext cx="5172074" cy="296271"/>
          </a:xfrm>
        </p:spPr>
        <p:txBody>
          <a:bodyPr vert="horz" lIns="91440" tIns="45720" rIns="91440" bIns="45720" rtlCol="0" anchor="ctr">
            <a:normAutofit/>
          </a:bodyPr>
          <a:lstStyle>
            <a:lvl1pPr marL="0" indent="0">
              <a:buNone/>
              <a:defRPr lang="en-US" altLang="zh-CN" sz="1200" b="0" smtClean="0">
                <a:solidFill>
                  <a:schemeClr val="tx1"/>
                </a:solidFill>
              </a:defRPr>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www.islide.cc</a:t>
            </a:r>
            <a:endParaRPr lang="en-US" altLang="en-US" dirty="0"/>
          </a:p>
        </p:txBody>
      </p:sp>
      <p:grpSp>
        <p:nvGrpSpPr>
          <p:cNvPr id="19" name="组合 18"/>
          <p:cNvGrpSpPr/>
          <p:nvPr userDrawn="1"/>
        </p:nvGrpSpPr>
        <p:grpSpPr>
          <a:xfrm>
            <a:off x="3895310" y="4043282"/>
            <a:ext cx="4401381" cy="311610"/>
            <a:chOff x="3695955" y="4043282"/>
            <a:chExt cx="4401381" cy="311610"/>
          </a:xfrm>
        </p:grpSpPr>
        <p:sp>
          <p:nvSpPr>
            <p:cNvPr id="15" name="íŝlïḍê"/>
            <p:cNvSpPr/>
            <p:nvPr userDrawn="1"/>
          </p:nvSpPr>
          <p:spPr>
            <a:xfrm>
              <a:off x="3695955" y="4043282"/>
              <a:ext cx="4401381" cy="311610"/>
            </a:xfrm>
            <a:prstGeom prst="roundRect">
              <a:avLst>
                <a:gd name="adj" fmla="val 50000"/>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p:cNvGrpSpPr/>
            <p:nvPr userDrawn="1"/>
          </p:nvGrpSpPr>
          <p:grpSpPr>
            <a:xfrm>
              <a:off x="7830607" y="4086175"/>
              <a:ext cx="225824" cy="225824"/>
              <a:chOff x="8097337" y="4119562"/>
              <a:chExt cx="359333" cy="359333"/>
            </a:xfrm>
          </p:grpSpPr>
          <p:sp>
            <p:nvSpPr>
              <p:cNvPr id="16" name="iṥ1idê"/>
              <p:cNvSpPr/>
              <p:nvPr userDrawn="1"/>
            </p:nvSpPr>
            <p:spPr>
              <a:xfrm>
                <a:off x="8097337" y="4119562"/>
                <a:ext cx="359333" cy="35933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îşḻïďé"/>
              <p:cNvSpPr/>
              <p:nvPr userDrawn="1"/>
            </p:nvSpPr>
            <p:spPr>
              <a:xfrm>
                <a:off x="8181975" y="4196267"/>
                <a:ext cx="190056" cy="205922"/>
              </a:xfrm>
              <a:custGeom>
                <a:avLst/>
                <a:gdLst>
                  <a:gd name="connsiteX0" fmla="*/ 182884 w 365767"/>
                  <a:gd name="connsiteY0" fmla="*/ 0 h 396297"/>
                  <a:gd name="connsiteX1" fmla="*/ 213364 w 365767"/>
                  <a:gd name="connsiteY1" fmla="*/ 30485 h 396297"/>
                  <a:gd name="connsiteX2" fmla="*/ 213364 w 365767"/>
                  <a:gd name="connsiteY2" fmla="*/ 292651 h 396297"/>
                  <a:gd name="connsiteX3" fmla="*/ 313950 w 365767"/>
                  <a:gd name="connsiteY3" fmla="*/ 192052 h 396297"/>
                  <a:gd name="connsiteX4" fmla="*/ 356623 w 365767"/>
                  <a:gd name="connsiteY4" fmla="*/ 192052 h 396297"/>
                  <a:gd name="connsiteX5" fmla="*/ 356623 w 365767"/>
                  <a:gd name="connsiteY5" fmla="*/ 234730 h 396297"/>
                  <a:gd name="connsiteX6" fmla="*/ 204220 w 365767"/>
                  <a:gd name="connsiteY6" fmla="*/ 387152 h 396297"/>
                  <a:gd name="connsiteX7" fmla="*/ 161547 w 365767"/>
                  <a:gd name="connsiteY7" fmla="*/ 387152 h 396297"/>
                  <a:gd name="connsiteX8" fmla="*/ 9145 w 365767"/>
                  <a:gd name="connsiteY8" fmla="*/ 234730 h 396297"/>
                  <a:gd name="connsiteX9" fmla="*/ 9145 w 365767"/>
                  <a:gd name="connsiteY9" fmla="*/ 192052 h 396297"/>
                  <a:gd name="connsiteX10" fmla="*/ 51816 w 365767"/>
                  <a:gd name="connsiteY10" fmla="*/ 192052 h 396297"/>
                  <a:gd name="connsiteX11" fmla="*/ 152403 w 365767"/>
                  <a:gd name="connsiteY11" fmla="*/ 292651 h 396297"/>
                  <a:gd name="connsiteX12" fmla="*/ 152403 w 365767"/>
                  <a:gd name="connsiteY12" fmla="*/ 30485 h 396297"/>
                  <a:gd name="connsiteX13" fmla="*/ 182884 w 365767"/>
                  <a:gd name="connsiteY13" fmla="*/ 0 h 396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5767" h="396297">
                    <a:moveTo>
                      <a:pt x="182884" y="0"/>
                    </a:moveTo>
                    <a:cubicBezTo>
                      <a:pt x="201172" y="0"/>
                      <a:pt x="213364" y="12194"/>
                      <a:pt x="213364" y="30485"/>
                    </a:cubicBezTo>
                    <a:lnTo>
                      <a:pt x="213364" y="292651"/>
                    </a:lnTo>
                    <a:lnTo>
                      <a:pt x="313950" y="192052"/>
                    </a:lnTo>
                    <a:cubicBezTo>
                      <a:pt x="326142" y="179858"/>
                      <a:pt x="344431" y="179858"/>
                      <a:pt x="356623" y="192052"/>
                    </a:cubicBezTo>
                    <a:cubicBezTo>
                      <a:pt x="368815" y="204246"/>
                      <a:pt x="368815" y="222536"/>
                      <a:pt x="356623" y="234730"/>
                    </a:cubicBezTo>
                    <a:lnTo>
                      <a:pt x="204220" y="387152"/>
                    </a:lnTo>
                    <a:cubicBezTo>
                      <a:pt x="192027" y="399346"/>
                      <a:pt x="173739" y="399346"/>
                      <a:pt x="161547" y="387152"/>
                    </a:cubicBezTo>
                    <a:lnTo>
                      <a:pt x="9145" y="234730"/>
                    </a:lnTo>
                    <a:cubicBezTo>
                      <a:pt x="-3048" y="222536"/>
                      <a:pt x="-3048" y="204246"/>
                      <a:pt x="9145" y="192052"/>
                    </a:cubicBezTo>
                    <a:cubicBezTo>
                      <a:pt x="21337" y="179858"/>
                      <a:pt x="39624" y="179858"/>
                      <a:pt x="51816" y="192052"/>
                    </a:cubicBezTo>
                    <a:lnTo>
                      <a:pt x="152403" y="292651"/>
                    </a:lnTo>
                    <a:lnTo>
                      <a:pt x="152403" y="30485"/>
                    </a:lnTo>
                    <a:cubicBezTo>
                      <a:pt x="152403" y="12194"/>
                      <a:pt x="164595" y="0"/>
                      <a:pt x="182884" y="0"/>
                    </a:cubicBez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Click to edit Master title style</a:t>
            </a:r>
            <a:endParaRPr lang="zh-CN" altLang="en-US" dirty="0"/>
          </a:p>
        </p:txBody>
      </p:sp>
      <p:sp>
        <p:nvSpPr>
          <p:cNvPr id="3" name="内容占位符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sp>
        <p:nvSpPr>
          <p:cNvPr id="4" name="日期占位符 3"/>
          <p:cNvSpPr>
            <a:spLocks noGrp="1"/>
          </p:cNvSpPr>
          <p:nvPr>
            <p:ph type="dt" sz="half" idx="10"/>
          </p:nvPr>
        </p:nvSpPr>
        <p:spPr/>
        <p:txBody>
          <a:bodyPr/>
          <a:lstStyle/>
          <a:p>
            <a:fld id="{3BC5AEBE-086C-4980-A4E1-E89EE17EFFB9}" type="datetime1">
              <a:rPr lang="zh-CN" altLang="en-US" smtClean="0"/>
              <a:t>2025-04-28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65B630-C7FF-41C0-9923-C5E5E29EED81}"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Layout">
    <p:spTree>
      <p:nvGrpSpPr>
        <p:cNvPr id="1" name=""/>
        <p:cNvGrpSpPr/>
        <p:nvPr/>
      </p:nvGrpSpPr>
      <p:grpSpPr>
        <a:xfrm>
          <a:off x="0" y="0"/>
          <a:ext cx="0" cy="0"/>
          <a:chOff x="0" y="0"/>
          <a:chExt cx="0" cy="0"/>
        </a:xfrm>
      </p:grpSpPr>
      <p:sp>
        <p:nvSpPr>
          <p:cNvPr id="9" name="文本占位符 8"/>
          <p:cNvSpPr>
            <a:spLocks noGrp="1"/>
          </p:cNvSpPr>
          <p:nvPr>
            <p:ph type="body" sz="quarter" idx="14" hasCustomPrompt="1"/>
          </p:nvPr>
        </p:nvSpPr>
        <p:spPr>
          <a:xfrm>
            <a:off x="660400" y="1062038"/>
            <a:ext cx="2836562" cy="2086725"/>
          </a:xfrm>
        </p:spPr>
        <p:txBody>
          <a:bodyPr>
            <a:spAutoFit/>
          </a:bodyPr>
          <a:lstStyle>
            <a:lvl1pPr marL="0" indent="0" algn="l" defTabSz="914400" rtl="0" eaLnBrk="1" latinLnBrk="0" hangingPunct="1">
              <a:buFont typeface="+mj-lt"/>
              <a:buNone/>
              <a:defRPr lang="zh-CN" altLang="en-US" sz="7200" b="1" kern="1200" dirty="0">
                <a:gradFill>
                  <a:gsLst>
                    <a:gs pos="0">
                      <a:schemeClr val="accent1"/>
                    </a:gs>
                    <a:gs pos="50000">
                      <a:schemeClr val="accent2"/>
                    </a:gs>
                  </a:gsLst>
                  <a:lin ang="2700000" scaled="0"/>
                </a:gradFill>
                <a:latin typeface="+mn-lt"/>
                <a:ea typeface="+mn-ea"/>
                <a:cs typeface="+mn-cs"/>
              </a:defRPr>
            </a:lvl1pPr>
            <a:lvl2pPr marL="457200" indent="0">
              <a:buFont typeface="+mj-ea"/>
              <a:buNone/>
              <a:defRPr/>
            </a:lvl2pPr>
            <a:lvl3pPr marL="1257300" indent="-342900">
              <a:buFont typeface="+mj-lt"/>
              <a:buAutoNum type="alphaLcParenR"/>
              <a:defRPr/>
            </a:lvl3pPr>
          </a:lstStyle>
          <a:p>
            <a:pPr lvl="0"/>
            <a:r>
              <a:rPr lang="en-US" altLang="zh-CN" dirty="0"/>
              <a:t>CONTENTS</a:t>
            </a:r>
            <a:endParaRPr lang="zh-CN" altLang="en-US" dirty="0"/>
          </a:p>
        </p:txBody>
      </p:sp>
      <p:sp>
        <p:nvSpPr>
          <p:cNvPr id="3" name="页脚占位符 2"/>
          <p:cNvSpPr>
            <a:spLocks noGrp="1"/>
          </p:cNvSpPr>
          <p:nvPr>
            <p:ph type="ftr" sz="quarter" idx="10"/>
          </p:nvPr>
        </p:nvSpPr>
        <p:spPr/>
        <p:txBody>
          <a:bodyPr/>
          <a:lstStyle/>
          <a:p>
            <a:endParaRPr lang="zh-CN" altLang="en-US" dirty="0"/>
          </a:p>
        </p:txBody>
      </p:sp>
      <p:sp>
        <p:nvSpPr>
          <p:cNvPr id="4" name="日期占位符 3"/>
          <p:cNvSpPr>
            <a:spLocks noGrp="1"/>
          </p:cNvSpPr>
          <p:nvPr>
            <p:ph type="dt" sz="half" idx="11"/>
          </p:nvPr>
        </p:nvSpPr>
        <p:spPr/>
        <p:txBody>
          <a:bodyPr/>
          <a:lstStyle/>
          <a:p>
            <a:fld id="{AC4CC43B-9EB6-4465-8B1A-3F7180DAD0DF}" type="datetime1">
              <a:rPr lang="zh-CN" altLang="en-US" smtClean="0"/>
              <a:t>2025-04-28</a:t>
            </a:fld>
            <a:endParaRPr lang="en-US" altLang="zh-CN"/>
          </a:p>
        </p:txBody>
      </p:sp>
      <p:sp>
        <p:nvSpPr>
          <p:cNvPr id="5" name="灯片编号占位符 4"/>
          <p:cNvSpPr>
            <a:spLocks noGrp="1"/>
          </p:cNvSpPr>
          <p:nvPr>
            <p:ph type="sldNum" sz="quarter" idx="12"/>
          </p:nvPr>
        </p:nvSpPr>
        <p:spPr/>
        <p:txBody>
          <a:bodyPr/>
          <a:lstStyle/>
          <a:p>
            <a:fld id="{7F65B630-C7FF-41C0-9923-C5E5E29EED81}" type="slidenum">
              <a:rPr lang="en-US" altLang="zh-CN" smtClean="0"/>
              <a:t>‹#›</a:t>
            </a:fld>
            <a:endParaRPr lang="en-US" altLang="zh-CN"/>
          </a:p>
        </p:txBody>
      </p:sp>
      <p:cxnSp>
        <p:nvCxnSpPr>
          <p:cNvPr id="10" name="î$ļíďé"/>
          <p:cNvCxnSpPr/>
          <p:nvPr userDrawn="1"/>
        </p:nvCxnSpPr>
        <p:spPr>
          <a:xfrm>
            <a:off x="3621019" y="1500188"/>
            <a:ext cx="0" cy="4633913"/>
          </a:xfrm>
          <a:prstGeom prst="line">
            <a:avLst/>
          </a:prstGeom>
          <a:solidFill>
            <a:srgbClr val="FFCC00"/>
          </a:solidFill>
          <a:ln w="3175" cap="flat" cmpd="sng" algn="ctr">
            <a:solidFill>
              <a:schemeClr val="bg1">
                <a:lumMod val="75000"/>
              </a:schemeClr>
            </a:solidFill>
            <a:prstDash val="solid"/>
            <a:round/>
            <a:headEnd type="none" w="med" len="med"/>
            <a:tailEnd type="none" w="med" len="med"/>
          </a:ln>
          <a:effectLst/>
        </p:spPr>
      </p:cxnSp>
      <p:sp>
        <p:nvSpPr>
          <p:cNvPr id="11" name="ïšľîḑe"/>
          <p:cNvSpPr>
            <a:spLocks noChangeAspect="1"/>
          </p:cNvSpPr>
          <p:nvPr userDrawn="1"/>
        </p:nvSpPr>
        <p:spPr bwMode="auto">
          <a:xfrm>
            <a:off x="2626456" y="5219207"/>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bg1">
              <a:lumMod val="85000"/>
            </a:schemeClr>
          </a:solidFill>
          <a:ln>
            <a:noFill/>
          </a:ln>
        </p:spPr>
        <p:txBody>
          <a:bodyPr/>
          <a:lstStyle/>
          <a:p>
            <a:endParaRPr lang="zh-CN" altLang="en-US">
              <a:cs typeface="+mn-ea"/>
              <a:sym typeface="+mn-l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1" name="组合 10"/>
          <p:cNvGrpSpPr/>
          <p:nvPr userDrawn="1"/>
        </p:nvGrpSpPr>
        <p:grpSpPr>
          <a:xfrm flipH="1">
            <a:off x="0" y="0"/>
            <a:ext cx="12192000" cy="6858000"/>
            <a:chOff x="0" y="0"/>
            <a:chExt cx="12192000" cy="6858000"/>
          </a:xfrm>
        </p:grpSpPr>
        <p:pic>
          <p:nvPicPr>
            <p:cNvPr id="12" name="图片 11" descr="图片包含 游戏机, 画&#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49087" y="1472324"/>
              <a:ext cx="3127688" cy="2678940"/>
            </a:xfrm>
            <a:prstGeom prst="rect">
              <a:avLst/>
            </a:prstGeom>
          </p:spPr>
        </p:pic>
        <p:grpSp>
          <p:nvGrpSpPr>
            <p:cNvPr id="13" name="组合 12"/>
            <p:cNvGrpSpPr/>
            <p:nvPr userDrawn="1"/>
          </p:nvGrpSpPr>
          <p:grpSpPr>
            <a:xfrm>
              <a:off x="0" y="0"/>
              <a:ext cx="12192000" cy="6858000"/>
              <a:chOff x="0" y="0"/>
              <a:chExt cx="12192000" cy="6858000"/>
            </a:xfrm>
          </p:grpSpPr>
          <p:pic>
            <p:nvPicPr>
              <p:cNvPr id="14" name="图片 13" descr="徽标&#10;&#10;描述已自动生成"/>
              <p:cNvPicPr>
                <a:picLocks noChangeAspect="1"/>
              </p:cNvPicPr>
              <p:nvPr userDrawn="1"/>
            </p:nvPicPr>
            <p:blipFill rotWithShape="1">
              <a:blip r:embed="rId3" cstate="print">
                <a:extLst>
                  <a:ext uri="{28A0092B-C50C-407E-A947-70E740481C1C}">
                    <a14:useLocalDpi xmlns:a14="http://schemas.microsoft.com/office/drawing/2010/main" val="0"/>
                  </a:ext>
                </a:extLst>
              </a:blip>
              <a:srcRect r="45751" b="7977"/>
              <a:stretch>
                <a:fillRect/>
              </a:stretch>
            </p:blipFill>
            <p:spPr>
              <a:xfrm>
                <a:off x="8198889" y="546976"/>
                <a:ext cx="3993111" cy="6311024"/>
              </a:xfrm>
              <a:prstGeom prst="rect">
                <a:avLst/>
              </a:prstGeom>
            </p:spPr>
          </p:pic>
          <p:pic>
            <p:nvPicPr>
              <p:cNvPr id="15" name="图片 14" descr="徽标&#10;&#10;描述已自动生成"/>
              <p:cNvPicPr>
                <a:picLocks noChangeAspect="1"/>
              </p:cNvPicPr>
              <p:nvPr userDrawn="1"/>
            </p:nvPicPr>
            <p:blipFill rotWithShape="1">
              <a:blip r:embed="rId4" cstate="print">
                <a:extLst>
                  <a:ext uri="{28A0092B-C50C-407E-A947-70E740481C1C}">
                    <a14:useLocalDpi xmlns:a14="http://schemas.microsoft.com/office/drawing/2010/main" val="0"/>
                  </a:ext>
                </a:extLst>
              </a:blip>
              <a:srcRect l="35600" t="8460" b="3024"/>
              <a:stretch>
                <a:fillRect/>
              </a:stretch>
            </p:blipFill>
            <p:spPr>
              <a:xfrm>
                <a:off x="0" y="0"/>
                <a:ext cx="4528277" cy="6591300"/>
              </a:xfrm>
              <a:prstGeom prst="rect">
                <a:avLst/>
              </a:prstGeom>
            </p:spPr>
          </p:pic>
        </p:grpSp>
      </p:grpSp>
      <p:sp>
        <p:nvSpPr>
          <p:cNvPr id="2" name="标题 1"/>
          <p:cNvSpPr>
            <a:spLocks noGrp="1"/>
          </p:cNvSpPr>
          <p:nvPr>
            <p:ph type="title"/>
          </p:nvPr>
        </p:nvSpPr>
        <p:spPr>
          <a:xfrm>
            <a:off x="3282663" y="2520738"/>
            <a:ext cx="5731164" cy="1311128"/>
          </a:xfrm>
        </p:spPr>
        <p:txBody>
          <a:bodyPr vert="horz" lIns="91440" tIns="45720" rIns="91440" bIns="45720" rtlCol="0" anchor="b">
            <a:spAutoFit/>
          </a:bodyPr>
          <a:lstStyle>
            <a:lvl1pPr algn="ctr">
              <a:defRPr lang="zh-CN" altLang="en-US" sz="4400">
                <a:solidFill>
                  <a:schemeClr val="tx1"/>
                </a:solidFill>
              </a:defRPr>
            </a:lvl1pPr>
          </a:lstStyle>
          <a:p>
            <a:pPr lvl="0" defTabSz="914400"/>
            <a:r>
              <a:rPr lang="en-US" altLang="zh-CN" dirty="0"/>
              <a:t>Click to edit Master title style</a:t>
            </a:r>
            <a:endParaRPr lang="zh-CN" altLang="en-US" dirty="0"/>
          </a:p>
        </p:txBody>
      </p:sp>
      <p:sp>
        <p:nvSpPr>
          <p:cNvPr id="3" name="文本占位符 2"/>
          <p:cNvSpPr>
            <a:spLocks noGrp="1"/>
          </p:cNvSpPr>
          <p:nvPr>
            <p:ph type="body" idx="1"/>
          </p:nvPr>
        </p:nvSpPr>
        <p:spPr>
          <a:xfrm>
            <a:off x="3282663" y="3831866"/>
            <a:ext cx="5731164" cy="258532"/>
          </a:xfrm>
        </p:spPr>
        <p:txBody>
          <a:bodyPr>
            <a:spAutoFit/>
          </a:bodyPr>
          <a:lstStyle>
            <a:lvl1pPr marL="0" indent="0" algn="ctr">
              <a:buNone/>
              <a:defRPr lang="en-US" altLang="zh-CN" sz="1200" kern="120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dirty="0"/>
              <a:t>Click to edit Master text styles</a:t>
            </a:r>
          </a:p>
        </p:txBody>
      </p:sp>
      <p:sp>
        <p:nvSpPr>
          <p:cNvPr id="4" name="日期占位符 3"/>
          <p:cNvSpPr>
            <a:spLocks noGrp="1"/>
          </p:cNvSpPr>
          <p:nvPr>
            <p:ph type="dt" sz="half" idx="10"/>
          </p:nvPr>
        </p:nvSpPr>
        <p:spPr/>
        <p:txBody>
          <a:bodyPr/>
          <a:lstStyle/>
          <a:p>
            <a:fld id="{6834F10D-3A58-4285-A9DB-D9098A7BEDDD}" type="datetime1">
              <a:rPr lang="zh-CN" altLang="en-US" smtClean="0"/>
              <a:t>2025-04-28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65B630-C7FF-41C0-9923-C5E5E29EED81}"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日期占位符 2"/>
          <p:cNvSpPr>
            <a:spLocks noGrp="1"/>
          </p:cNvSpPr>
          <p:nvPr>
            <p:ph type="dt" sz="half" idx="10"/>
          </p:nvPr>
        </p:nvSpPr>
        <p:spPr/>
        <p:txBody>
          <a:bodyPr/>
          <a:lstStyle/>
          <a:p>
            <a:fld id="{748B5987-9647-4253-899C-3B9819D6D8A0}" type="datetime1">
              <a:rPr lang="zh-CN" altLang="en-US" smtClean="0"/>
              <a:t>2025-04-28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F65B630-C7FF-41C0-9923-C5E5E29EED81}"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50ECBEB-8597-4EA4-9D29-E1D7025CFAA0}" type="datetime1">
              <a:rPr lang="zh-CN" altLang="en-US" smtClean="0"/>
              <a:t>2025-04-28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F65B630-C7FF-41C0-9923-C5E5E29EED81}"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000000"/>
        </a:solidFill>
        <a:effectLst/>
      </p:bgPr>
    </p:bg>
    <p:spTree>
      <p:nvGrpSpPr>
        <p:cNvPr id="1" name=""/>
        <p:cNvGrpSpPr/>
        <p:nvPr/>
      </p:nvGrpSpPr>
      <p:grpSpPr>
        <a:xfrm>
          <a:off x="0" y="0"/>
          <a:ext cx="0" cy="0"/>
          <a:chOff x="0" y="0"/>
          <a:chExt cx="0" cy="0"/>
        </a:xfrm>
      </p:grpSpPr>
      <p:grpSp>
        <p:nvGrpSpPr>
          <p:cNvPr id="6" name="组合 5"/>
          <p:cNvGrpSpPr/>
          <p:nvPr userDrawn="1"/>
        </p:nvGrpSpPr>
        <p:grpSpPr>
          <a:xfrm>
            <a:off x="0" y="0"/>
            <a:ext cx="12192000" cy="6858000"/>
            <a:chOff x="0" y="0"/>
            <a:chExt cx="12192000" cy="6858000"/>
          </a:xfrm>
        </p:grpSpPr>
        <p:pic>
          <p:nvPicPr>
            <p:cNvPr id="10" name="图片 9" descr="图片包含 游戏机, 画&#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49087" y="1472324"/>
              <a:ext cx="3127688" cy="2678940"/>
            </a:xfrm>
            <a:prstGeom prst="rect">
              <a:avLst/>
            </a:prstGeom>
          </p:spPr>
        </p:pic>
        <p:grpSp>
          <p:nvGrpSpPr>
            <p:cNvPr id="11" name="组合 10"/>
            <p:cNvGrpSpPr/>
            <p:nvPr userDrawn="1"/>
          </p:nvGrpSpPr>
          <p:grpSpPr>
            <a:xfrm>
              <a:off x="0" y="0"/>
              <a:ext cx="12192000" cy="6858000"/>
              <a:chOff x="0" y="0"/>
              <a:chExt cx="12192000" cy="6858000"/>
            </a:xfrm>
          </p:grpSpPr>
          <p:pic>
            <p:nvPicPr>
              <p:cNvPr id="12" name="图片 11" descr="徽标&#10;&#10;描述已自动生成"/>
              <p:cNvPicPr>
                <a:picLocks noChangeAspect="1"/>
              </p:cNvPicPr>
              <p:nvPr userDrawn="1"/>
            </p:nvPicPr>
            <p:blipFill rotWithShape="1">
              <a:blip r:embed="rId3" cstate="print">
                <a:extLst>
                  <a:ext uri="{28A0092B-C50C-407E-A947-70E740481C1C}">
                    <a14:useLocalDpi xmlns:a14="http://schemas.microsoft.com/office/drawing/2010/main" val="0"/>
                  </a:ext>
                </a:extLst>
              </a:blip>
              <a:srcRect r="45751" b="7977"/>
              <a:stretch>
                <a:fillRect/>
              </a:stretch>
            </p:blipFill>
            <p:spPr>
              <a:xfrm>
                <a:off x="8198889" y="546976"/>
                <a:ext cx="3993111" cy="6311024"/>
              </a:xfrm>
              <a:prstGeom prst="rect">
                <a:avLst/>
              </a:prstGeom>
            </p:spPr>
          </p:pic>
          <p:pic>
            <p:nvPicPr>
              <p:cNvPr id="13" name="图片 12" descr="徽标&#10;&#10;描述已自动生成"/>
              <p:cNvPicPr>
                <a:picLocks noChangeAspect="1"/>
              </p:cNvPicPr>
              <p:nvPr userDrawn="1"/>
            </p:nvPicPr>
            <p:blipFill rotWithShape="1">
              <a:blip r:embed="rId4" cstate="print">
                <a:extLst>
                  <a:ext uri="{28A0092B-C50C-407E-A947-70E740481C1C}">
                    <a14:useLocalDpi xmlns:a14="http://schemas.microsoft.com/office/drawing/2010/main" val="0"/>
                  </a:ext>
                </a:extLst>
              </a:blip>
              <a:srcRect l="35600" t="8460" b="3024"/>
              <a:stretch>
                <a:fillRect/>
              </a:stretch>
            </p:blipFill>
            <p:spPr>
              <a:xfrm>
                <a:off x="0" y="0"/>
                <a:ext cx="4528277" cy="6591300"/>
              </a:xfrm>
              <a:prstGeom prst="rect">
                <a:avLst/>
              </a:prstGeom>
            </p:spPr>
          </p:pic>
        </p:grpSp>
      </p:grpSp>
      <p:sp>
        <p:nvSpPr>
          <p:cNvPr id="7" name="文本占位符 6"/>
          <p:cNvSpPr>
            <a:spLocks noGrp="1"/>
          </p:cNvSpPr>
          <p:nvPr>
            <p:ph type="body" sz="quarter" idx="13"/>
          </p:nvPr>
        </p:nvSpPr>
        <p:spPr>
          <a:xfrm>
            <a:off x="2369824" y="3122441"/>
            <a:ext cx="7439651" cy="1588127"/>
          </a:xfrm>
        </p:spPr>
        <p:txBody>
          <a:bodyPr vert="horz" wrap="square" lIns="91440" tIns="45720" rIns="91440" bIns="45720" rtlCol="0" anchor="b">
            <a:spAutoFit/>
          </a:bodyPr>
          <a:lstStyle>
            <a:lvl1pPr marL="0" indent="0" algn="ctr">
              <a:buNone/>
              <a:defRPr lang="en-US" altLang="zh-CN" sz="5400" b="1" smtClean="0">
                <a:solidFill>
                  <a:schemeClr val="tx1"/>
                </a:solidFill>
                <a:latin typeface="+mj-lt"/>
                <a:ea typeface="+mj-ea"/>
                <a:cs typeface="+mj-cs"/>
              </a:defRPr>
            </a:lvl1pPr>
            <a:lvl2pPr marL="457200" indent="0">
              <a:buNone/>
              <a:defRPr lang="en-US" altLang="zh-CN" smtClean="0"/>
            </a:lvl2pPr>
            <a:lvl3pPr>
              <a:defRPr lang="en-US" altLang="zh-CN" smtClean="0"/>
            </a:lvl3pPr>
            <a:lvl4pPr>
              <a:defRPr lang="en-US" altLang="zh-CN" smtClean="0"/>
            </a:lvl4pPr>
            <a:lvl5pPr>
              <a:defRPr lang="zh-CN" altLang="en-US"/>
            </a:lvl5pPr>
          </a:lstStyle>
          <a:p>
            <a:pPr marL="228600" lvl="0" indent="-228600" defTabSz="914400">
              <a:spcBef>
                <a:spcPct val="0"/>
              </a:spcBef>
            </a:pPr>
            <a:r>
              <a:rPr lang="en-US" altLang="zh-CN" dirty="0"/>
              <a:t>Click to edit Master text styles</a:t>
            </a:r>
          </a:p>
        </p:txBody>
      </p:sp>
      <p:sp>
        <p:nvSpPr>
          <p:cNvPr id="8" name="文本占位符 7"/>
          <p:cNvSpPr>
            <a:spLocks noGrp="1"/>
          </p:cNvSpPr>
          <p:nvPr>
            <p:ph type="body" sz="quarter" idx="14" hasCustomPrompt="1"/>
          </p:nvPr>
        </p:nvSpPr>
        <p:spPr>
          <a:xfrm>
            <a:off x="6356354" y="5837829"/>
            <a:ext cx="5162546" cy="296271"/>
          </a:xfrm>
        </p:spPr>
        <p:txBody>
          <a:bodyPr vert="horz" lIns="91440" tIns="45720" rIns="91440" bIns="45720" rtlCol="0" anchor="ctr">
            <a:normAutofit/>
          </a:bodyPr>
          <a:lstStyle>
            <a:lvl1pPr marL="0" indent="0" algn="r">
              <a:buNone/>
              <a:defRPr lang="en-US" altLang="zh-CN" sz="1200" b="0" smtClean="0">
                <a:solidFill>
                  <a:schemeClr val="bg1"/>
                </a:solidFill>
              </a:defRPr>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Speaker name and title</a:t>
            </a:r>
          </a:p>
        </p:txBody>
      </p:sp>
      <p:sp>
        <p:nvSpPr>
          <p:cNvPr id="9" name="文本占位符 8"/>
          <p:cNvSpPr>
            <a:spLocks noGrp="1"/>
          </p:cNvSpPr>
          <p:nvPr>
            <p:ph type="body" sz="quarter" idx="15" hasCustomPrompt="1"/>
          </p:nvPr>
        </p:nvSpPr>
        <p:spPr>
          <a:xfrm>
            <a:off x="660400" y="5837829"/>
            <a:ext cx="5175248" cy="296271"/>
          </a:xfrm>
        </p:spPr>
        <p:txBody>
          <a:bodyPr vert="horz" lIns="91440" tIns="45720" rIns="91440" bIns="45720" rtlCol="0" anchor="ctr">
            <a:normAutofit/>
          </a:bodyPr>
          <a:lstStyle>
            <a:lvl1pPr marL="0" indent="0">
              <a:buNone/>
              <a:defRPr lang="en-US" altLang="zh-CN" sz="1200" b="0" smtClean="0">
                <a:solidFill>
                  <a:schemeClr val="tx1"/>
                </a:solidFill>
              </a:defRPr>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www.islide.cc</a:t>
            </a:r>
            <a:endParaRPr lang="en-US"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0"/>
            <a:ext cx="10858500" cy="1028700"/>
          </a:xfrm>
          <a:prstGeom prst="rect">
            <a:avLst/>
          </a:prstGeom>
        </p:spPr>
        <p:txBody>
          <a:bodyPr vert="horz" lIns="91440" tIns="45720" rIns="91440" bIns="45720" rtlCol="0" anchor="b">
            <a:normAutofit/>
          </a:bodyPr>
          <a:lstStyle/>
          <a:p>
            <a:pPr lvl="0" defTabSz="914400"/>
            <a:r>
              <a:rPr lang="en-US" altLang="zh-CN"/>
              <a:t>Click to edit Master title style</a:t>
            </a:r>
            <a:endParaRPr lang="zh-CN" altLang="en-US" dirty="0"/>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sp>
        <p:nvSpPr>
          <p:cNvPr id="5" name="页脚占位符 4"/>
          <p:cNvSpPr>
            <a:spLocks noGrp="1"/>
          </p:cNvSpPr>
          <p:nvPr>
            <p:ph type="ftr" sz="quarter" idx="3"/>
          </p:nvPr>
        </p:nvSpPr>
        <p:spPr>
          <a:xfrm>
            <a:off x="660401" y="6438900"/>
            <a:ext cx="3992171" cy="215900"/>
          </a:xfrm>
          <a:prstGeom prst="rect">
            <a:avLst/>
          </a:prstGeom>
        </p:spPr>
        <p:txBody>
          <a:bodyPr vert="horz" lIns="91440" tIns="45720" rIns="91440" bIns="45720" rtlCol="0" anchor="ctr"/>
          <a:lstStyle>
            <a:lvl1pPr>
              <a:defRPr lang="zh-CN" altLang="en-US" sz="1000">
                <a:solidFill>
                  <a:schemeClr val="tx1">
                    <a:lumMod val="50000"/>
                    <a:lumOff val="50000"/>
                  </a:schemeClr>
                </a:solidFill>
              </a:defRPr>
            </a:lvl1pPr>
          </a:lstStyle>
          <a:p>
            <a:endParaRPr lang="zh-CN" altLang="en-US" dirty="0"/>
          </a:p>
        </p:txBody>
      </p:sp>
      <p:sp>
        <p:nvSpPr>
          <p:cNvPr id="4" name="日期占位符 3"/>
          <p:cNvSpPr>
            <a:spLocks noGrp="1"/>
          </p:cNvSpPr>
          <p:nvPr>
            <p:ph type="dt" sz="half" idx="2"/>
          </p:nvPr>
        </p:nvSpPr>
        <p:spPr>
          <a:xfrm>
            <a:off x="5504656" y="6438900"/>
            <a:ext cx="1802924" cy="215900"/>
          </a:xfrm>
          <a:prstGeom prst="rect">
            <a:avLst/>
          </a:prstGeom>
        </p:spPr>
        <p:txBody>
          <a:bodyPr vert="horz" lIns="91440" tIns="45720" rIns="91440" bIns="45720" rtlCol="0" anchor="ctr"/>
          <a:lstStyle>
            <a:lvl1pPr algn="ctr">
              <a:defRPr lang="zh-CN" altLang="en-US" sz="1000" smtClean="0">
                <a:solidFill>
                  <a:schemeClr val="tx1">
                    <a:lumMod val="50000"/>
                    <a:lumOff val="50000"/>
                  </a:schemeClr>
                </a:solidFill>
              </a:defRPr>
            </a:lvl1pPr>
          </a:lstStyle>
          <a:p>
            <a:fld id="{3EBAC152-C384-4126-A41C-02F34DED3069}" type="datetime1">
              <a:rPr lang="zh-CN" altLang="en-US" smtClean="0"/>
              <a:t>2025-04-28</a:t>
            </a:fld>
            <a:endParaRPr lang="en-US" altLang="zh-CN"/>
          </a:p>
        </p:txBody>
      </p:sp>
      <p:sp>
        <p:nvSpPr>
          <p:cNvPr id="6" name="灯片编号占位符 5"/>
          <p:cNvSpPr>
            <a:spLocks noGrp="1"/>
          </p:cNvSpPr>
          <p:nvPr>
            <p:ph type="sldNum" sz="quarter" idx="4"/>
          </p:nvPr>
        </p:nvSpPr>
        <p:spPr>
          <a:xfrm>
            <a:off x="8857452" y="6438900"/>
            <a:ext cx="2661448" cy="215900"/>
          </a:xfrm>
          <a:prstGeom prst="rect">
            <a:avLst/>
          </a:prstGeom>
        </p:spPr>
        <p:txBody>
          <a:bodyPr vert="horz" lIns="91440" tIns="45720" rIns="91440" bIns="45720" rtlCol="0" anchor="ctr"/>
          <a:lstStyle>
            <a:lvl1pPr algn="r">
              <a:defRPr lang="zh-CN" altLang="en-US" sz="1000" smtClean="0">
                <a:solidFill>
                  <a:schemeClr val="tx1">
                    <a:lumMod val="50000"/>
                    <a:lumOff val="50000"/>
                  </a:schemeClr>
                </a:solidFill>
              </a:defRPr>
            </a:lvl1pPr>
          </a:lstStyle>
          <a:p>
            <a:fld id="{7F65B630-C7FF-41C0-9923-C5E5E29EED81}" type="slidenum">
              <a:rPr lang="en-US" altLang="zh-CN" smtClean="0"/>
              <a:t>‹#›</a:t>
            </a:fld>
            <a:endParaRPr lang="en-US" altLang="zh-CN"/>
          </a:p>
        </p:txBody>
      </p:sp>
      <p:grpSp>
        <p:nvGrpSpPr>
          <p:cNvPr id="23" name="组合 22"/>
          <p:cNvGrpSpPr/>
          <p:nvPr userDrawn="1"/>
        </p:nvGrpSpPr>
        <p:grpSpPr>
          <a:xfrm>
            <a:off x="-142138" y="-303689"/>
            <a:ext cx="12712185" cy="7907546"/>
            <a:chOff x="-142138" y="-303689"/>
            <a:chExt cx="12712185" cy="7907546"/>
          </a:xfrm>
        </p:grpSpPr>
        <p:pic>
          <p:nvPicPr>
            <p:cNvPr id="20" name="图片 19" descr="徽标&#10;&#10;描述已自动生成"/>
            <p:cNvPicPr>
              <a:picLocks noChangeAspect="1"/>
            </p:cNvPicPr>
            <p:nvPr userDrawn="1"/>
          </p:nvPicPr>
          <p:blipFill>
            <a:blip r:embed="rId9" cstate="print">
              <a:alphaModFix amt="16000"/>
              <a:extLst>
                <a:ext uri="{28A0092B-C50C-407E-A947-70E740481C1C}">
                  <a14:useLocalDpi xmlns:a14="http://schemas.microsoft.com/office/drawing/2010/main" val="0"/>
                </a:ext>
              </a:extLst>
            </a:blip>
            <a:srcRect l="25882" t="11262"/>
            <a:stretch>
              <a:fillRect/>
            </a:stretch>
          </p:blipFill>
          <p:spPr>
            <a:xfrm rot="282581">
              <a:off x="-142138" y="-303689"/>
              <a:ext cx="3307821" cy="4194063"/>
            </a:xfrm>
            <a:custGeom>
              <a:avLst/>
              <a:gdLst>
                <a:gd name="connsiteX0" fmla="*/ 0 w 5266363"/>
                <a:gd name="connsiteY0" fmla="*/ 433870 h 6677344"/>
                <a:gd name="connsiteX1" fmla="*/ 5266363 w 5266363"/>
                <a:gd name="connsiteY1" fmla="*/ 0 h 6677344"/>
                <a:gd name="connsiteX2" fmla="*/ 5266363 w 5266363"/>
                <a:gd name="connsiteY2" fmla="*/ 6677344 h 6677344"/>
                <a:gd name="connsiteX3" fmla="*/ 514369 w 5266363"/>
                <a:gd name="connsiteY3" fmla="*/ 6677344 h 6677344"/>
              </a:gdLst>
              <a:ahLst/>
              <a:cxnLst>
                <a:cxn ang="0">
                  <a:pos x="connsiteX0" y="connsiteY0"/>
                </a:cxn>
                <a:cxn ang="0">
                  <a:pos x="connsiteX1" y="connsiteY1"/>
                </a:cxn>
                <a:cxn ang="0">
                  <a:pos x="connsiteX2" y="connsiteY2"/>
                </a:cxn>
                <a:cxn ang="0">
                  <a:pos x="connsiteX3" y="connsiteY3"/>
                </a:cxn>
              </a:cxnLst>
              <a:rect l="l" t="t" r="r" b="b"/>
              <a:pathLst>
                <a:path w="5266363" h="6677344">
                  <a:moveTo>
                    <a:pt x="0" y="433870"/>
                  </a:moveTo>
                  <a:lnTo>
                    <a:pt x="5266363" y="0"/>
                  </a:lnTo>
                  <a:lnTo>
                    <a:pt x="5266363" y="6677344"/>
                  </a:lnTo>
                  <a:lnTo>
                    <a:pt x="514369" y="6677344"/>
                  </a:lnTo>
                  <a:close/>
                </a:path>
              </a:pathLst>
            </a:custGeom>
          </p:spPr>
        </p:pic>
        <p:pic>
          <p:nvPicPr>
            <p:cNvPr id="22" name="图片 21" descr="徽标&#10;&#10;描述已自动生成"/>
            <p:cNvPicPr>
              <a:picLocks noChangeAspect="1"/>
            </p:cNvPicPr>
            <p:nvPr userDrawn="1"/>
          </p:nvPicPr>
          <p:blipFill>
            <a:blip r:embed="rId10" cstate="print">
              <a:alphaModFix amt="15000"/>
              <a:extLst>
                <a:ext uri="{28A0092B-C50C-407E-A947-70E740481C1C}">
                  <a14:useLocalDpi xmlns:a14="http://schemas.microsoft.com/office/drawing/2010/main" val="0"/>
                </a:ext>
              </a:extLst>
            </a:blip>
            <a:srcRect r="18074" b="7117"/>
            <a:stretch>
              <a:fillRect/>
            </a:stretch>
          </p:blipFill>
          <p:spPr>
            <a:xfrm rot="1033077">
              <a:off x="8225407" y="3014544"/>
              <a:ext cx="4344640" cy="4589313"/>
            </a:xfrm>
            <a:custGeom>
              <a:avLst/>
              <a:gdLst>
                <a:gd name="connsiteX0" fmla="*/ 0 w 4344640"/>
                <a:gd name="connsiteY0" fmla="*/ 0 h 4589313"/>
                <a:gd name="connsiteX1" fmla="*/ 3339672 w 4344640"/>
                <a:gd name="connsiteY1" fmla="*/ 0 h 4589313"/>
                <a:gd name="connsiteX2" fmla="*/ 4344640 w 4344640"/>
                <a:gd name="connsiteY2" fmla="*/ 3242930 h 4589313"/>
                <a:gd name="connsiteX3" fmla="*/ 0 w 4344640"/>
                <a:gd name="connsiteY3" fmla="*/ 4589313 h 4589313"/>
              </a:gdLst>
              <a:ahLst/>
              <a:cxnLst>
                <a:cxn ang="0">
                  <a:pos x="connsiteX0" y="connsiteY0"/>
                </a:cxn>
                <a:cxn ang="0">
                  <a:pos x="connsiteX1" y="connsiteY1"/>
                </a:cxn>
                <a:cxn ang="0">
                  <a:pos x="connsiteX2" y="connsiteY2"/>
                </a:cxn>
                <a:cxn ang="0">
                  <a:pos x="connsiteX3" y="connsiteY3"/>
                </a:cxn>
              </a:cxnLst>
              <a:rect l="l" t="t" r="r" b="b"/>
              <a:pathLst>
                <a:path w="4344640" h="4589313">
                  <a:moveTo>
                    <a:pt x="0" y="0"/>
                  </a:moveTo>
                  <a:lnTo>
                    <a:pt x="3339672" y="0"/>
                  </a:lnTo>
                  <a:lnTo>
                    <a:pt x="4344640" y="3242930"/>
                  </a:lnTo>
                  <a:lnTo>
                    <a:pt x="0" y="4589313"/>
                  </a:lnTo>
                  <a:close/>
                </a:path>
              </a:pathLst>
            </a:custGeom>
          </p:spPr>
        </p:pic>
      </p:gr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lvl1pPr algn="l" defTabSz="914400" rtl="0" eaLnBrk="1" latinLnBrk="0" hangingPunct="1">
        <a:lnSpc>
          <a:spcPct val="90000"/>
        </a:lnSpc>
        <a:spcBef>
          <a:spcPct val="0"/>
        </a:spcBef>
        <a:buNone/>
        <a:defRPr lang="zh-CN" altLang="en-US"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3" Type="http://schemas.openxmlformats.org/officeDocument/2006/relationships/tags" Target="../tags/tag4.xml"/><Relationship Id="rId21" Type="http://schemas.openxmlformats.org/officeDocument/2006/relationships/image" Target="../media/image1.png"/><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slideLayout" Target="../slideLayouts/slideLayout3.xml"/><Relationship Id="rId1" Type="http://schemas.openxmlformats.org/officeDocument/2006/relationships/themeOverride" Target="../theme/themeOverride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1.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2.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8" Type="http://schemas.openxmlformats.org/officeDocument/2006/relationships/tags" Target="../tags/tag30.xml"/><Relationship Id="rId13" Type="http://schemas.openxmlformats.org/officeDocument/2006/relationships/tags" Target="../tags/tag35.xml"/><Relationship Id="rId18" Type="http://schemas.openxmlformats.org/officeDocument/2006/relationships/slideLayout" Target="../slideLayouts/slideLayout5.xml"/><Relationship Id="rId3" Type="http://schemas.openxmlformats.org/officeDocument/2006/relationships/tags" Target="../tags/tag25.xml"/><Relationship Id="rId7" Type="http://schemas.openxmlformats.org/officeDocument/2006/relationships/tags" Target="../tags/tag29.xml"/><Relationship Id="rId12" Type="http://schemas.openxmlformats.org/officeDocument/2006/relationships/tags" Target="../tags/tag34.xml"/><Relationship Id="rId17" Type="http://schemas.openxmlformats.org/officeDocument/2006/relationships/tags" Target="../tags/tag39.xml"/><Relationship Id="rId2" Type="http://schemas.openxmlformats.org/officeDocument/2006/relationships/tags" Target="../tags/tag24.xml"/><Relationship Id="rId16" Type="http://schemas.openxmlformats.org/officeDocument/2006/relationships/tags" Target="../tags/tag38.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tags" Target="../tags/tag33.xml"/><Relationship Id="rId5" Type="http://schemas.openxmlformats.org/officeDocument/2006/relationships/tags" Target="../tags/tag27.xml"/><Relationship Id="rId15" Type="http://schemas.openxmlformats.org/officeDocument/2006/relationships/tags" Target="../tags/tag37.xml"/><Relationship Id="rId10" Type="http://schemas.openxmlformats.org/officeDocument/2006/relationships/tags" Target="../tags/tag32.xml"/><Relationship Id="rId4" Type="http://schemas.openxmlformats.org/officeDocument/2006/relationships/tags" Target="../tags/tag26.xml"/><Relationship Id="rId9" Type="http://schemas.openxmlformats.org/officeDocument/2006/relationships/tags" Target="../tags/tag31.xml"/><Relationship Id="rId14" Type="http://schemas.openxmlformats.org/officeDocument/2006/relationships/tags" Target="../tags/tag36.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40.xml"/><Relationship Id="rId1" Type="http://schemas.openxmlformats.org/officeDocument/2006/relationships/themeOverride" Target="../theme/themeOverride5.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tags" Target="../tags/tag48.xml"/><Relationship Id="rId13" Type="http://schemas.openxmlformats.org/officeDocument/2006/relationships/image" Target="../media/image60.png"/><Relationship Id="rId18" Type="http://schemas.openxmlformats.org/officeDocument/2006/relationships/tags" Target="../tags/tag52.xml"/><Relationship Id="rId3" Type="http://schemas.openxmlformats.org/officeDocument/2006/relationships/tags" Target="../tags/tag43.xml"/><Relationship Id="rId7" Type="http://schemas.openxmlformats.org/officeDocument/2006/relationships/tags" Target="../tags/tag47.xml"/><Relationship Id="rId12" Type="http://schemas.openxmlformats.org/officeDocument/2006/relationships/tags" Target="../tags/tag430.xml"/><Relationship Id="rId17" Type="http://schemas.openxmlformats.org/officeDocument/2006/relationships/image" Target="../media/image8.png"/><Relationship Id="rId2" Type="http://schemas.openxmlformats.org/officeDocument/2006/relationships/tags" Target="../tags/tag42.xml"/><Relationship Id="rId16" Type="http://schemas.openxmlformats.org/officeDocument/2006/relationships/tags" Target="../tags/tag490.xml"/><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slideLayout" Target="../slideLayouts/slideLayout5.xml"/><Relationship Id="rId5" Type="http://schemas.openxmlformats.org/officeDocument/2006/relationships/tags" Target="../tags/tag45.xml"/><Relationship Id="rId15" Type="http://schemas.openxmlformats.org/officeDocument/2006/relationships/image" Target="../media/image70.png"/><Relationship Id="rId10" Type="http://schemas.openxmlformats.org/officeDocument/2006/relationships/tags" Target="../tags/tag50.xml"/><Relationship Id="rId19" Type="http://schemas.openxmlformats.org/officeDocument/2006/relationships/image" Target="../media/image9.png"/><Relationship Id="rId4" Type="http://schemas.openxmlformats.org/officeDocument/2006/relationships/tags" Target="../tags/tag44.xml"/><Relationship Id="rId9" Type="http://schemas.openxmlformats.org/officeDocument/2006/relationships/tags" Target="../tags/tag49.xml"/><Relationship Id="rId14" Type="http://schemas.openxmlformats.org/officeDocument/2006/relationships/tags" Target="../tags/tag460.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1.xml"/><Relationship Id="rId1" Type="http://schemas.openxmlformats.org/officeDocument/2006/relationships/themeOverride" Target="../theme/themeOverride6.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5.xml"/><Relationship Id="rId1" Type="http://schemas.openxmlformats.org/officeDocument/2006/relationships/tags" Target="../tags/tag5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5.xml"/><Relationship Id="rId1" Type="http://schemas.openxmlformats.org/officeDocument/2006/relationships/tags" Target="../tags/tag5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5.xml"/><Relationship Id="rId1" Type="http://schemas.openxmlformats.org/officeDocument/2006/relationships/tags" Target="../tags/tag55.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6.xml"/><Relationship Id="rId1" Type="http://schemas.openxmlformats.org/officeDocument/2006/relationships/themeOverride" Target="../theme/themeOverride7.xml"/></Relationships>
</file>

<file path=ppt/slides/_rels/slide13.xml.rels><?xml version="1.0" encoding="UTF-8" standalone="yes"?>
<Relationships xmlns="http://schemas.openxmlformats.org/package/2006/relationships"><Relationship Id="rId8" Type="http://schemas.openxmlformats.org/officeDocument/2006/relationships/tags" Target="../tags/tag64.xml"/><Relationship Id="rId13" Type="http://schemas.openxmlformats.org/officeDocument/2006/relationships/tags" Target="../tags/tag69.xml"/><Relationship Id="rId18" Type="http://schemas.openxmlformats.org/officeDocument/2006/relationships/tags" Target="../tags/tag74.xml"/><Relationship Id="rId3" Type="http://schemas.openxmlformats.org/officeDocument/2006/relationships/tags" Target="../tags/tag59.xml"/><Relationship Id="rId21" Type="http://schemas.openxmlformats.org/officeDocument/2006/relationships/tags" Target="../tags/tag77.xml"/><Relationship Id="rId7" Type="http://schemas.openxmlformats.org/officeDocument/2006/relationships/tags" Target="../tags/tag63.xml"/><Relationship Id="rId12" Type="http://schemas.openxmlformats.org/officeDocument/2006/relationships/tags" Target="../tags/tag68.xml"/><Relationship Id="rId17" Type="http://schemas.openxmlformats.org/officeDocument/2006/relationships/tags" Target="../tags/tag73.xml"/><Relationship Id="rId2" Type="http://schemas.openxmlformats.org/officeDocument/2006/relationships/tags" Target="../tags/tag58.xml"/><Relationship Id="rId16" Type="http://schemas.openxmlformats.org/officeDocument/2006/relationships/tags" Target="../tags/tag72.xml"/><Relationship Id="rId20" Type="http://schemas.openxmlformats.org/officeDocument/2006/relationships/tags" Target="../tags/tag76.xml"/><Relationship Id="rId1" Type="http://schemas.openxmlformats.org/officeDocument/2006/relationships/tags" Target="../tags/tag57.xml"/><Relationship Id="rId6" Type="http://schemas.openxmlformats.org/officeDocument/2006/relationships/tags" Target="../tags/tag62.xml"/><Relationship Id="rId11" Type="http://schemas.openxmlformats.org/officeDocument/2006/relationships/tags" Target="../tags/tag67.xml"/><Relationship Id="rId5" Type="http://schemas.openxmlformats.org/officeDocument/2006/relationships/tags" Target="../tags/tag61.xml"/><Relationship Id="rId15" Type="http://schemas.openxmlformats.org/officeDocument/2006/relationships/tags" Target="../tags/tag71.xml"/><Relationship Id="rId23" Type="http://schemas.openxmlformats.org/officeDocument/2006/relationships/slideLayout" Target="../slideLayouts/slideLayout5.xml"/><Relationship Id="rId10" Type="http://schemas.openxmlformats.org/officeDocument/2006/relationships/tags" Target="../tags/tag66.xml"/><Relationship Id="rId19" Type="http://schemas.openxmlformats.org/officeDocument/2006/relationships/tags" Target="../tags/tag75.xml"/><Relationship Id="rId4" Type="http://schemas.openxmlformats.org/officeDocument/2006/relationships/tags" Target="../tags/tag60.xml"/><Relationship Id="rId9" Type="http://schemas.openxmlformats.org/officeDocument/2006/relationships/tags" Target="../tags/tag65.xml"/><Relationship Id="rId14" Type="http://schemas.openxmlformats.org/officeDocument/2006/relationships/tags" Target="../tags/tag70.xml"/><Relationship Id="rId22" Type="http://schemas.openxmlformats.org/officeDocument/2006/relationships/tags" Target="../tags/tag78.xml"/></Relationships>
</file>

<file path=ppt/slides/_rels/slide14.xml.rels><?xml version="1.0" encoding="UTF-8" standalone="yes"?>
<Relationships xmlns="http://schemas.openxmlformats.org/package/2006/relationships"><Relationship Id="rId8" Type="http://schemas.openxmlformats.org/officeDocument/2006/relationships/tags" Target="../tags/tag86.xml"/><Relationship Id="rId13" Type="http://schemas.openxmlformats.org/officeDocument/2006/relationships/tags" Target="../tags/tag91.xml"/><Relationship Id="rId3" Type="http://schemas.openxmlformats.org/officeDocument/2006/relationships/tags" Target="../tags/tag81.xml"/><Relationship Id="rId7" Type="http://schemas.openxmlformats.org/officeDocument/2006/relationships/tags" Target="../tags/tag85.xml"/><Relationship Id="rId12" Type="http://schemas.openxmlformats.org/officeDocument/2006/relationships/tags" Target="../tags/tag90.xml"/><Relationship Id="rId2" Type="http://schemas.openxmlformats.org/officeDocument/2006/relationships/tags" Target="../tags/tag80.xml"/><Relationship Id="rId16" Type="http://schemas.openxmlformats.org/officeDocument/2006/relationships/slideLayout" Target="../slideLayouts/slideLayout5.xml"/><Relationship Id="rId1" Type="http://schemas.openxmlformats.org/officeDocument/2006/relationships/tags" Target="../tags/tag79.xml"/><Relationship Id="rId6" Type="http://schemas.openxmlformats.org/officeDocument/2006/relationships/tags" Target="../tags/tag84.xml"/><Relationship Id="rId11" Type="http://schemas.openxmlformats.org/officeDocument/2006/relationships/tags" Target="../tags/tag89.xml"/><Relationship Id="rId5" Type="http://schemas.openxmlformats.org/officeDocument/2006/relationships/tags" Target="../tags/tag83.xml"/><Relationship Id="rId15" Type="http://schemas.openxmlformats.org/officeDocument/2006/relationships/tags" Target="../tags/tag93.xml"/><Relationship Id="rId10" Type="http://schemas.openxmlformats.org/officeDocument/2006/relationships/tags" Target="../tags/tag88.xml"/><Relationship Id="rId4" Type="http://schemas.openxmlformats.org/officeDocument/2006/relationships/tags" Target="../tags/tag82.xml"/><Relationship Id="rId9" Type="http://schemas.openxmlformats.org/officeDocument/2006/relationships/tags" Target="../tags/tag87.xml"/><Relationship Id="rId14" Type="http://schemas.openxmlformats.org/officeDocument/2006/relationships/tags" Target="../tags/tag9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94.xml"/><Relationship Id="rId1" Type="http://schemas.openxmlformats.org/officeDocument/2006/relationships/themeOverride" Target="../theme/themeOverride8.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5.xml"/><Relationship Id="rId1" Type="http://schemas.openxmlformats.org/officeDocument/2006/relationships/tags" Target="../tags/tag95.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5.xml"/><Relationship Id="rId1" Type="http://schemas.openxmlformats.org/officeDocument/2006/relationships/tags" Target="../tags/tag96.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97.xml"/><Relationship Id="rId1" Type="http://schemas.openxmlformats.org/officeDocument/2006/relationships/themeOverride" Target="../theme/themeOverr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îşḷîḑê"/>
        <p:cNvGrpSpPr/>
        <p:nvPr/>
      </p:nvGrpSpPr>
      <p:grpSpPr>
        <a:xfrm>
          <a:off x="0" y="0"/>
          <a:ext cx="0" cy="0"/>
          <a:chOff x="0" y="0"/>
          <a:chExt cx="0" cy="0"/>
        </a:xfrm>
      </p:grpSpPr>
      <p:sp>
        <p:nvSpPr>
          <p:cNvPr id="9" name="îṣľîďé"/>
          <p:cNvSpPr>
            <a:spLocks noGrp="1"/>
          </p:cNvSpPr>
          <p:nvPr>
            <p:ph type="ctrTitle"/>
          </p:nvPr>
        </p:nvSpPr>
        <p:spPr>
          <a:xfrm>
            <a:off x="660400" y="1330394"/>
            <a:ext cx="10858500" cy="2306955"/>
          </a:xfrm>
        </p:spPr>
        <p:txBody>
          <a:bodyPr/>
          <a:lstStyle/>
          <a:p>
            <a:r>
              <a:rPr lang="en-US" altLang="zh-CN"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n-lt"/>
                <a:ea typeface="+mn-ea"/>
                <a:cs typeface="+mn-ea"/>
                <a:sym typeface="+mn-lt"/>
              </a:rPr>
              <a:t>STAN</a:t>
            </a:r>
            <a:r>
              <a:rPr lang="zh-CN" altLang="en-US"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n-lt"/>
                <a:ea typeface="+mn-ea"/>
                <a:cs typeface="+mn-ea"/>
                <a:sym typeface="+mn-lt"/>
              </a:rPr>
              <a:t>：用于下一位置推荐的时空注意力网络</a:t>
            </a:r>
          </a:p>
        </p:txBody>
      </p:sp>
      <p:sp>
        <p:nvSpPr>
          <p:cNvPr id="10" name="íš1iḋe"/>
          <p:cNvSpPr>
            <a:spLocks noGrp="1"/>
          </p:cNvSpPr>
          <p:nvPr>
            <p:ph type="subTitle" idx="1"/>
          </p:nvPr>
        </p:nvSpPr>
        <p:spPr>
          <a:xfrm>
            <a:off x="3888960" y="4044333"/>
            <a:ext cx="3326310" cy="312510"/>
          </a:xfrm>
        </p:spPr>
        <p:txBody>
          <a:bodyPr/>
          <a:lstStyle/>
          <a:p>
            <a:r>
              <a:rPr>
                <a:cs typeface="+mn-ea"/>
                <a:sym typeface="+mn-lt"/>
              </a:rPr>
              <a:t>小组</a:t>
            </a:r>
            <a:r>
              <a:rPr lang="en-US" altLang="zh-CN">
                <a:cs typeface="+mn-ea"/>
                <a:sym typeface="+mn-lt"/>
              </a:rPr>
              <a:t>12</a:t>
            </a:r>
          </a:p>
        </p:txBody>
      </p:sp>
      <p:sp>
        <p:nvSpPr>
          <p:cNvPr id="11" name="í$lïdè"/>
          <p:cNvSpPr>
            <a:spLocks noGrp="1"/>
          </p:cNvSpPr>
          <p:nvPr>
            <p:ph type="body" sz="quarter" idx="13"/>
          </p:nvPr>
        </p:nvSpPr>
        <p:spPr/>
        <p:txBody>
          <a:bodyPr/>
          <a:lstStyle/>
          <a:p>
            <a:endParaRPr lang="en-GB" altLang="zh-CN" dirty="0">
              <a:cs typeface="+mn-ea"/>
              <a:sym typeface="+mn-lt"/>
            </a:endParaRPr>
          </a:p>
        </p:txBody>
      </p:sp>
      <p:sp>
        <p:nvSpPr>
          <p:cNvPr id="12" name="îṡľíḍê"/>
          <p:cNvSpPr>
            <a:spLocks noGrp="1"/>
          </p:cNvSpPr>
          <p:nvPr>
            <p:ph type="body" sz="quarter" idx="14"/>
          </p:nvPr>
        </p:nvSpPr>
        <p:spPr/>
        <p:txBody>
          <a:bodyPr/>
          <a:lstStyle/>
          <a:p>
            <a:endParaRPr lang="en-GB" altLang="zh-CN" dirty="0">
              <a:cs typeface="+mn-ea"/>
              <a:sym typeface="+mn-lt"/>
            </a:endParaRPr>
          </a:p>
        </p:txBody>
      </p:sp>
      <p:sp>
        <p:nvSpPr>
          <p:cNvPr id="22" name="îSḻíḓè"/>
          <p:cNvSpPr txBox="1"/>
          <p:nvPr/>
        </p:nvSpPr>
        <p:spPr>
          <a:xfrm>
            <a:off x="660400" y="723900"/>
            <a:ext cx="1039091" cy="296271"/>
          </a:xfrm>
          <a:prstGeom prst="rect">
            <a:avLst/>
          </a:prstGeom>
        </p:spPr>
        <p:txBody>
          <a:bodyPr vert="horz" wrap="none"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altLang="zh-CN" sz="1200" b="0" kern="1200" smtClean="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US" altLang="zh-CN" sz="1600" kern="1200" smtClean="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altLang="zh-CN" sz="1400" kern="1200" smtClean="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altLang="zh-CN" sz="1200" kern="1200" smtClean="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cs typeface="+mn-ea"/>
              <a:sym typeface="+mn-lt"/>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íŝ1íḋè"/>
        <p:cNvGrpSpPr/>
        <p:nvPr/>
      </p:nvGrpSpPr>
      <p:grpSpPr>
        <a:xfrm>
          <a:off x="0" y="0"/>
          <a:ext cx="0" cy="0"/>
          <a:chOff x="0" y="0"/>
          <a:chExt cx="0" cy="0"/>
        </a:xfrm>
      </p:grpSpPr>
      <p:grpSp>
        <p:nvGrpSpPr>
          <p:cNvPr id="9" name="išļïḑê"/>
          <p:cNvGrpSpPr/>
          <p:nvPr/>
        </p:nvGrpSpPr>
        <p:grpSpPr>
          <a:xfrm>
            <a:off x="-142138" y="-303689"/>
            <a:ext cx="12712185" cy="7907546"/>
            <a:chOff x="-142138" y="-303689"/>
            <a:chExt cx="12712185" cy="7907546"/>
          </a:xfrm>
        </p:grpSpPr>
        <p:pic>
          <p:nvPicPr>
            <p:cNvPr id="10" name="ïṣḻíďe" descr="徽标&#10;&#10;描述已自动生成"/>
            <p:cNvPicPr>
              <a:picLocks noChangeAspect="1"/>
            </p:cNvPicPr>
            <p:nvPr userDrawn="1"/>
          </p:nvPicPr>
          <p:blipFill>
            <a:blip r:embed="rId21" cstate="print">
              <a:alphaModFix amt="16000"/>
              <a:extLst>
                <a:ext uri="{28A0092B-C50C-407E-A947-70E740481C1C}">
                  <a14:useLocalDpi xmlns:a14="http://schemas.microsoft.com/office/drawing/2010/main" val="0"/>
                </a:ext>
              </a:extLst>
            </a:blip>
            <a:srcRect l="25882" t="11262"/>
            <a:stretch>
              <a:fillRect/>
            </a:stretch>
          </p:blipFill>
          <p:spPr>
            <a:xfrm rot="282581">
              <a:off x="-142138" y="-303689"/>
              <a:ext cx="3307821" cy="4194063"/>
            </a:xfrm>
            <a:custGeom>
              <a:avLst/>
              <a:gdLst>
                <a:gd name="connsiteX0" fmla="*/ 0 w 5266363"/>
                <a:gd name="connsiteY0" fmla="*/ 433870 h 6677344"/>
                <a:gd name="connsiteX1" fmla="*/ 5266363 w 5266363"/>
                <a:gd name="connsiteY1" fmla="*/ 0 h 6677344"/>
                <a:gd name="connsiteX2" fmla="*/ 5266363 w 5266363"/>
                <a:gd name="connsiteY2" fmla="*/ 6677344 h 6677344"/>
                <a:gd name="connsiteX3" fmla="*/ 514369 w 5266363"/>
                <a:gd name="connsiteY3" fmla="*/ 6677344 h 6677344"/>
              </a:gdLst>
              <a:ahLst/>
              <a:cxnLst>
                <a:cxn ang="0">
                  <a:pos x="connsiteX0" y="connsiteY0"/>
                </a:cxn>
                <a:cxn ang="0">
                  <a:pos x="connsiteX1" y="connsiteY1"/>
                </a:cxn>
                <a:cxn ang="0">
                  <a:pos x="connsiteX2" y="connsiteY2"/>
                </a:cxn>
                <a:cxn ang="0">
                  <a:pos x="connsiteX3" y="connsiteY3"/>
                </a:cxn>
              </a:cxnLst>
              <a:rect l="l" t="t" r="r" b="b"/>
              <a:pathLst>
                <a:path w="5266363" h="6677344">
                  <a:moveTo>
                    <a:pt x="0" y="433870"/>
                  </a:moveTo>
                  <a:lnTo>
                    <a:pt x="5266363" y="0"/>
                  </a:lnTo>
                  <a:lnTo>
                    <a:pt x="5266363" y="6677344"/>
                  </a:lnTo>
                  <a:lnTo>
                    <a:pt x="514369" y="6677344"/>
                  </a:lnTo>
                  <a:close/>
                </a:path>
              </a:pathLst>
            </a:custGeom>
          </p:spPr>
        </p:pic>
        <p:pic>
          <p:nvPicPr>
            <p:cNvPr id="11" name="í$lîdê" descr="徽标&#10;&#10;描述已自动生成"/>
            <p:cNvPicPr>
              <a:picLocks noChangeAspect="1"/>
            </p:cNvPicPr>
            <p:nvPr userDrawn="1"/>
          </p:nvPicPr>
          <p:blipFill>
            <a:blip r:embed="rId22" cstate="print">
              <a:alphaModFix amt="15000"/>
              <a:extLst>
                <a:ext uri="{28A0092B-C50C-407E-A947-70E740481C1C}">
                  <a14:useLocalDpi xmlns:a14="http://schemas.microsoft.com/office/drawing/2010/main" val="0"/>
                </a:ext>
              </a:extLst>
            </a:blip>
            <a:srcRect r="18074" b="7117"/>
            <a:stretch>
              <a:fillRect/>
            </a:stretch>
          </p:blipFill>
          <p:spPr>
            <a:xfrm rot="1033077">
              <a:off x="8225407" y="3014544"/>
              <a:ext cx="4344640" cy="4589313"/>
            </a:xfrm>
            <a:custGeom>
              <a:avLst/>
              <a:gdLst>
                <a:gd name="connsiteX0" fmla="*/ 0 w 4344640"/>
                <a:gd name="connsiteY0" fmla="*/ 0 h 4589313"/>
                <a:gd name="connsiteX1" fmla="*/ 3339672 w 4344640"/>
                <a:gd name="connsiteY1" fmla="*/ 0 h 4589313"/>
                <a:gd name="connsiteX2" fmla="*/ 4344640 w 4344640"/>
                <a:gd name="connsiteY2" fmla="*/ 3242930 h 4589313"/>
                <a:gd name="connsiteX3" fmla="*/ 0 w 4344640"/>
                <a:gd name="connsiteY3" fmla="*/ 4589313 h 4589313"/>
              </a:gdLst>
              <a:ahLst/>
              <a:cxnLst>
                <a:cxn ang="0">
                  <a:pos x="connsiteX0" y="connsiteY0"/>
                </a:cxn>
                <a:cxn ang="0">
                  <a:pos x="connsiteX1" y="connsiteY1"/>
                </a:cxn>
                <a:cxn ang="0">
                  <a:pos x="connsiteX2" y="connsiteY2"/>
                </a:cxn>
                <a:cxn ang="0">
                  <a:pos x="connsiteX3" y="connsiteY3"/>
                </a:cxn>
              </a:cxnLst>
              <a:rect l="l" t="t" r="r" b="b"/>
              <a:pathLst>
                <a:path w="4344640" h="4589313">
                  <a:moveTo>
                    <a:pt x="0" y="0"/>
                  </a:moveTo>
                  <a:lnTo>
                    <a:pt x="3339672" y="0"/>
                  </a:lnTo>
                  <a:lnTo>
                    <a:pt x="4344640" y="3242930"/>
                  </a:lnTo>
                  <a:lnTo>
                    <a:pt x="0" y="4589313"/>
                  </a:lnTo>
                  <a:close/>
                </a:path>
              </a:pathLst>
            </a:custGeom>
          </p:spPr>
        </p:pic>
      </p:grpSp>
      <p:sp>
        <p:nvSpPr>
          <p:cNvPr id="4" name="îşlîḍe"/>
          <p:cNvSpPr>
            <a:spLocks noGrp="1"/>
          </p:cNvSpPr>
          <p:nvPr>
            <p:ph type="body" sz="quarter" idx="14"/>
          </p:nvPr>
        </p:nvSpPr>
        <p:spPr>
          <a:xfrm>
            <a:off x="660400" y="1062038"/>
            <a:ext cx="2836562" cy="1089529"/>
          </a:xfrm>
        </p:spPr>
        <p:txBody>
          <a:bodyPr/>
          <a:lstStyle/>
          <a:p>
            <a:r>
              <a:rPr lang="zh-CN" altLang="en-US">
                <a:cs typeface="+mn-ea"/>
                <a:sym typeface="+mn-lt"/>
              </a:rPr>
              <a:t>目录</a:t>
            </a:r>
          </a:p>
        </p:txBody>
      </p:sp>
      <p:sp>
        <p:nvSpPr>
          <p:cNvPr id="2" name="îśliḍè"/>
          <p:cNvSpPr>
            <a:spLocks noGrp="1"/>
          </p:cNvSpPr>
          <p:nvPr>
            <p:ph type="sldNum" sz="quarter" idx="12"/>
          </p:nvPr>
        </p:nvSpPr>
        <p:spPr/>
        <p:txBody>
          <a:bodyPr/>
          <a:lstStyle/>
          <a:p>
            <a:fld id="{7F65B630-C7FF-41C0-9923-C5E5E29EED81}" type="slidenum">
              <a:rPr lang="en-US" altLang="zh-CN" smtClean="0">
                <a:cs typeface="+mn-ea"/>
                <a:sym typeface="+mn-lt"/>
              </a:rPr>
              <a:t>2</a:t>
            </a:fld>
            <a:endParaRPr lang="en-US" altLang="zh-CN">
              <a:cs typeface="+mn-ea"/>
              <a:sym typeface="+mn-lt"/>
            </a:endParaRPr>
          </a:p>
        </p:txBody>
      </p:sp>
      <p:grpSp>
        <p:nvGrpSpPr>
          <p:cNvPr id="44" name="íṩ1iḍé"/>
          <p:cNvGrpSpPr/>
          <p:nvPr>
            <p:custDataLst>
              <p:tags r:id="rId3"/>
            </p:custDataLst>
          </p:nvPr>
        </p:nvGrpSpPr>
        <p:grpSpPr>
          <a:xfrm>
            <a:off x="643283" y="1430313"/>
            <a:ext cx="10888318" cy="4703787"/>
            <a:chOff x="643283" y="1430313"/>
            <a:chExt cx="10888318" cy="4703787"/>
          </a:xfrm>
        </p:grpSpPr>
        <p:grpSp>
          <p:nvGrpSpPr>
            <p:cNvPr id="39" name="íṧľiḍe"/>
            <p:cNvGrpSpPr/>
            <p:nvPr/>
          </p:nvGrpSpPr>
          <p:grpSpPr>
            <a:xfrm>
              <a:off x="643283" y="3206911"/>
              <a:ext cx="2221471" cy="2927189"/>
              <a:chOff x="643283" y="3206911"/>
              <a:chExt cx="2221471" cy="2927189"/>
            </a:xfrm>
          </p:grpSpPr>
          <p:sp>
            <p:nvSpPr>
              <p:cNvPr id="12" name="îṡ1iḓê"/>
              <p:cNvSpPr txBox="1"/>
              <p:nvPr>
                <p:custDataLst>
                  <p:tags r:id="rId17"/>
                </p:custDataLst>
              </p:nvPr>
            </p:nvSpPr>
            <p:spPr>
              <a:xfrm>
                <a:off x="806211" y="4145156"/>
                <a:ext cx="2058543" cy="368300"/>
              </a:xfrm>
              <a:prstGeom prst="rect">
                <a:avLst/>
              </a:prstGeom>
              <a:noFill/>
            </p:spPr>
            <p:txBody>
              <a:bodyPr wrap="square">
                <a:spAutoFit/>
              </a:bodyPr>
              <a:lstStyle/>
              <a:p>
                <a:r>
                  <a:rPr lang="zh-CN" altLang="en-US" b="1">
                    <a:cs typeface="+mn-ea"/>
                    <a:sym typeface="+mn-lt"/>
                  </a:rPr>
                  <a:t>任务介绍</a:t>
                </a:r>
              </a:p>
            </p:txBody>
          </p:sp>
          <p:sp>
            <p:nvSpPr>
              <p:cNvPr id="13" name="ïşḷiḓè"/>
              <p:cNvSpPr txBox="1"/>
              <p:nvPr>
                <p:custDataLst>
                  <p:tags r:id="rId18"/>
                </p:custDataLst>
              </p:nvPr>
            </p:nvSpPr>
            <p:spPr>
              <a:xfrm>
                <a:off x="643283" y="3206911"/>
                <a:ext cx="1591917" cy="519351"/>
              </a:xfrm>
              <a:prstGeom prst="roundRect">
                <a:avLst>
                  <a:gd name="adj" fmla="val 50000"/>
                </a:avLst>
              </a:prstGeom>
              <a:solidFill>
                <a:schemeClr val="tx1"/>
              </a:solidFill>
            </p:spPr>
            <p:txBody>
              <a:bodyPr wrap="square" lIns="0" tIns="0" rIns="0" bIns="0">
                <a:spAutoFit/>
              </a:bodyPr>
              <a:lstStyle/>
              <a:p>
                <a:pPr algn="ctr"/>
                <a:r>
                  <a:rPr kumimoji="1" lang="en-US" altLang="zh-CN" sz="2400" b="1">
                    <a:solidFill>
                      <a:schemeClr val="bg1"/>
                    </a:solidFill>
                    <a:cs typeface="+mn-ea"/>
                    <a:sym typeface="+mn-lt"/>
                  </a:rPr>
                  <a:t>01</a:t>
                </a:r>
                <a:endParaRPr kumimoji="1" lang="en-US" altLang="zh-CN" sz="2400" b="1" dirty="0">
                  <a:solidFill>
                    <a:schemeClr val="bg1"/>
                  </a:solidFill>
                  <a:cs typeface="+mn-ea"/>
                  <a:sym typeface="+mn-lt"/>
                </a:endParaRPr>
              </a:p>
            </p:txBody>
          </p:sp>
          <p:sp>
            <p:nvSpPr>
              <p:cNvPr id="14" name="iṡľídè"/>
              <p:cNvSpPr/>
              <p:nvPr>
                <p:custDataLst>
                  <p:tags r:id="rId19"/>
                </p:custDataLst>
              </p:nvPr>
            </p:nvSpPr>
            <p:spPr>
              <a:xfrm>
                <a:off x="806210" y="4514488"/>
                <a:ext cx="1819791"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marL="0" marR="0" lvl="0" indent="0" defTabSz="914400" rtl="0" eaLnBrk="1" fontAlgn="auto" latinLnBrk="0" hangingPunct="1">
                  <a:lnSpc>
                    <a:spcPct val="150000"/>
                  </a:lnSpc>
                  <a:spcBef>
                    <a:spcPts val="0"/>
                  </a:spcBef>
                  <a:spcAft>
                    <a:spcPts val="0"/>
                  </a:spcAft>
                  <a:buClrTx/>
                  <a:buSzTx/>
                  <a:buFontTx/>
                  <a:buNone/>
                  <a:defRPr/>
                </a:pPr>
                <a:r>
                  <a:rPr kumimoji="0" lang="en-US" altLang="zh-CN" sz="1200" b="0" i="0" u="none" strike="noStrike" kern="1200" cap="none" spc="0" normalizeH="0" baseline="0" noProof="0">
                    <a:ln>
                      <a:noFill/>
                    </a:ln>
                    <a:solidFill>
                      <a:schemeClr val="lt1">
                        <a:alpha val="70000"/>
                      </a:schemeClr>
                    </a:solidFill>
                    <a:effectLst/>
                    <a:uLnTx/>
                    <a:uFillTx/>
                    <a:cs typeface="+mn-ea"/>
                    <a:sym typeface="+mn-lt"/>
                  </a:rPr>
                  <a:t>· </a:t>
                </a:r>
                <a:r>
                  <a:rPr kumimoji="0" lang="zh-CN" altLang="en-US" sz="1200" b="0" i="0" u="none" strike="noStrike" kern="1200" cap="none" spc="0" normalizeH="0" baseline="0" noProof="0">
                    <a:ln>
                      <a:noFill/>
                    </a:ln>
                    <a:solidFill>
                      <a:schemeClr val="lt1">
                        <a:alpha val="70000"/>
                      </a:schemeClr>
                    </a:solidFill>
                    <a:effectLst/>
                    <a:uLnTx/>
                    <a:uFillTx/>
                    <a:cs typeface="+mn-ea"/>
                    <a:sym typeface="+mn-lt"/>
                  </a:rPr>
                  <a:t>下一位置推荐</a:t>
                </a:r>
              </a:p>
              <a:p>
                <a:pPr marL="0" marR="0" lvl="0" indent="0" defTabSz="914400" rtl="0" eaLnBrk="1" fontAlgn="auto" latinLnBrk="0" hangingPunct="1">
                  <a:lnSpc>
                    <a:spcPct val="150000"/>
                  </a:lnSpc>
                  <a:spcBef>
                    <a:spcPts val="0"/>
                  </a:spcBef>
                  <a:spcAft>
                    <a:spcPts val="0"/>
                  </a:spcAft>
                  <a:buClrTx/>
                  <a:buSzTx/>
                  <a:buFontTx/>
                  <a:buNone/>
                  <a:defRPr/>
                </a:pPr>
                <a:r>
                  <a:rPr kumimoji="0" lang="en-US" altLang="zh-CN" sz="1200" b="0" i="0" u="none" strike="noStrike" kern="1200" cap="none" spc="0" normalizeH="0" baseline="0" noProof="0">
                    <a:ln>
                      <a:noFill/>
                    </a:ln>
                    <a:solidFill>
                      <a:schemeClr val="lt1">
                        <a:alpha val="70000"/>
                      </a:schemeClr>
                    </a:solidFill>
                    <a:effectLst/>
                    <a:uLnTx/>
                    <a:uFillTx/>
                    <a:cs typeface="+mn-ea"/>
                    <a:sym typeface="+mn-lt"/>
                  </a:rPr>
                  <a:t>· </a:t>
                </a:r>
                <a:r>
                  <a:rPr kumimoji="0" lang="zh-CN" altLang="en-US" sz="1200" b="0" i="0" u="none" strike="noStrike" kern="1200" cap="none" spc="0" normalizeH="0" baseline="0" noProof="0">
                    <a:ln>
                      <a:noFill/>
                    </a:ln>
                    <a:solidFill>
                      <a:schemeClr val="lt1">
                        <a:alpha val="70000"/>
                      </a:schemeClr>
                    </a:solidFill>
                    <a:effectLst/>
                    <a:uLnTx/>
                    <a:uFillTx/>
                    <a:cs typeface="+mn-ea"/>
                    <a:sym typeface="+mn-lt"/>
                  </a:rPr>
                  <a:t>现有挑战</a:t>
                </a:r>
              </a:p>
              <a:p>
                <a:pPr marL="0" marR="0" lvl="0" indent="0" defTabSz="914400" rtl="0" eaLnBrk="1" fontAlgn="auto" latinLnBrk="0" hangingPunct="1">
                  <a:lnSpc>
                    <a:spcPct val="150000"/>
                  </a:lnSpc>
                  <a:spcBef>
                    <a:spcPts val="0"/>
                  </a:spcBef>
                  <a:spcAft>
                    <a:spcPts val="0"/>
                  </a:spcAft>
                  <a:buClrTx/>
                  <a:buSzTx/>
                  <a:buFontTx/>
                  <a:buNone/>
                  <a:defRPr/>
                </a:pPr>
                <a:r>
                  <a:rPr lang="en-US" altLang="zh-CN" sz="1200" noProof="0">
                    <a:ln>
                      <a:noFill/>
                    </a:ln>
                    <a:solidFill>
                      <a:schemeClr val="lt1">
                        <a:alpha val="70000"/>
                      </a:schemeClr>
                    </a:solidFill>
                    <a:effectLst/>
                    <a:uLnTx/>
                    <a:uFillTx/>
                    <a:cs typeface="+mn-ea"/>
                    <a:sym typeface="+mn-lt"/>
                  </a:rPr>
                  <a:t>· </a:t>
                </a:r>
                <a:r>
                  <a:rPr lang="zh-CN" altLang="en-US" sz="1200" noProof="0">
                    <a:ln>
                      <a:noFill/>
                    </a:ln>
                    <a:solidFill>
                      <a:schemeClr val="lt1">
                        <a:alpha val="70000"/>
                      </a:schemeClr>
                    </a:solidFill>
                    <a:effectLst/>
                    <a:uLnTx/>
                    <a:uFillTx/>
                    <a:cs typeface="+mn-ea"/>
                    <a:sym typeface="+mn-lt"/>
                  </a:rPr>
                  <a:t>数据集格式</a:t>
                </a:r>
                <a:endParaRPr kumimoji="0" lang="zh-CN" altLang="en-US" sz="1200" b="0" i="0" u="none" strike="noStrike" kern="1200" cap="none" spc="0" normalizeH="0" baseline="0" noProof="0">
                  <a:ln>
                    <a:noFill/>
                  </a:ln>
                  <a:solidFill>
                    <a:schemeClr val="lt1">
                      <a:alpha val="70000"/>
                    </a:schemeClr>
                  </a:solidFill>
                  <a:effectLst/>
                  <a:uLnTx/>
                  <a:uFillTx/>
                  <a:cs typeface="+mn-ea"/>
                  <a:sym typeface="+mn-lt"/>
                </a:endParaRPr>
              </a:p>
              <a:p>
                <a:pPr marL="0" marR="0" lvl="0" indent="0" defTabSz="914400" rtl="0" eaLnBrk="1" fontAlgn="auto" latinLnBrk="0" hangingPunct="1">
                  <a:lnSpc>
                    <a:spcPct val="150000"/>
                  </a:lnSpc>
                  <a:spcBef>
                    <a:spcPts val="0"/>
                  </a:spcBef>
                  <a:spcAft>
                    <a:spcPts val="0"/>
                  </a:spcAft>
                  <a:buClrTx/>
                  <a:buSzTx/>
                  <a:buFontTx/>
                  <a:buNone/>
                  <a:defRPr/>
                </a:pPr>
                <a:r>
                  <a:rPr kumimoji="0" lang="en-US" altLang="zh-CN" sz="1200" b="0" i="0" u="none" strike="noStrike" kern="1200" cap="none" spc="0" normalizeH="0" baseline="0" noProof="0">
                    <a:ln>
                      <a:noFill/>
                    </a:ln>
                    <a:solidFill>
                      <a:schemeClr val="lt1">
                        <a:alpha val="70000"/>
                      </a:schemeClr>
                    </a:solidFill>
                    <a:effectLst/>
                    <a:uLnTx/>
                    <a:uFillTx/>
                    <a:cs typeface="+mn-ea"/>
                    <a:sym typeface="+mn-lt"/>
                  </a:rPr>
                  <a:t>· </a:t>
                </a:r>
                <a:r>
                  <a:rPr kumimoji="0" lang="zh-CN" altLang="en-US" sz="1200" b="0" i="0" u="none" strike="noStrike" kern="1200" cap="none" spc="0" normalizeH="0" baseline="0" noProof="0">
                    <a:ln>
                      <a:noFill/>
                    </a:ln>
                    <a:solidFill>
                      <a:schemeClr val="lt1">
                        <a:alpha val="70000"/>
                      </a:schemeClr>
                    </a:solidFill>
                    <a:effectLst/>
                    <a:uLnTx/>
                    <a:uFillTx/>
                    <a:cs typeface="+mn-ea"/>
                    <a:sym typeface="+mn-lt"/>
                  </a:rPr>
                  <a:t>时空关系</a:t>
                </a:r>
              </a:p>
            </p:txBody>
          </p:sp>
          <p:cxnSp>
            <p:nvCxnSpPr>
              <p:cNvPr id="17" name="îšlîdè"/>
              <p:cNvCxnSpPr/>
              <p:nvPr/>
            </p:nvCxnSpPr>
            <p:spPr>
              <a:xfrm flipH="1">
                <a:off x="697592" y="4071019"/>
                <a:ext cx="1" cy="2063081"/>
              </a:xfrm>
              <a:prstGeom prst="line">
                <a:avLst/>
              </a:prstGeom>
              <a:solidFill>
                <a:schemeClr val="tx1"/>
              </a:solidFill>
              <a:ln>
                <a:solidFill>
                  <a:schemeClr val="accent1"/>
                </a:solidFill>
                <a:headEnd type="oval"/>
              </a:ln>
            </p:spPr>
            <p:style>
              <a:lnRef idx="1">
                <a:schemeClr val="accent1"/>
              </a:lnRef>
              <a:fillRef idx="0">
                <a:schemeClr val="accent1"/>
              </a:fillRef>
              <a:effectRef idx="0">
                <a:schemeClr val="accent1"/>
              </a:effectRef>
              <a:fontRef idx="minor">
                <a:schemeClr val="tx1"/>
              </a:fontRef>
            </p:style>
          </p:cxnSp>
        </p:grpSp>
        <p:grpSp>
          <p:nvGrpSpPr>
            <p:cNvPr id="40" name="i$ḷïḋe"/>
            <p:cNvGrpSpPr/>
            <p:nvPr/>
          </p:nvGrpSpPr>
          <p:grpSpPr>
            <a:xfrm>
              <a:off x="3519833" y="3206911"/>
              <a:ext cx="1982718" cy="2927189"/>
              <a:chOff x="3519833" y="3206911"/>
              <a:chExt cx="1982718" cy="2927189"/>
            </a:xfrm>
          </p:grpSpPr>
          <p:sp>
            <p:nvSpPr>
              <p:cNvPr id="18" name="íṩļide"/>
              <p:cNvSpPr txBox="1"/>
              <p:nvPr>
                <p:custDataLst>
                  <p:tags r:id="rId13"/>
                </p:custDataLst>
              </p:nvPr>
            </p:nvSpPr>
            <p:spPr>
              <a:xfrm>
                <a:off x="3682761" y="4145156"/>
                <a:ext cx="1798983" cy="368300"/>
              </a:xfrm>
              <a:prstGeom prst="rect">
                <a:avLst/>
              </a:prstGeom>
              <a:noFill/>
            </p:spPr>
            <p:txBody>
              <a:bodyPr wrap="square">
                <a:spAutoFit/>
              </a:bodyPr>
              <a:lstStyle/>
              <a:p>
                <a:r>
                  <a:rPr lang="zh-CN" altLang="en-US" b="1">
                    <a:cs typeface="+mn-ea"/>
                    <a:sym typeface="+mn-lt"/>
                  </a:rPr>
                  <a:t>模型设计</a:t>
                </a:r>
              </a:p>
            </p:txBody>
          </p:sp>
          <p:sp>
            <p:nvSpPr>
              <p:cNvPr id="19" name="iṩļídè"/>
              <p:cNvSpPr txBox="1"/>
              <p:nvPr>
                <p:custDataLst>
                  <p:tags r:id="rId14"/>
                </p:custDataLst>
              </p:nvPr>
            </p:nvSpPr>
            <p:spPr>
              <a:xfrm>
                <a:off x="3519833" y="3206911"/>
                <a:ext cx="1591917" cy="519351"/>
              </a:xfrm>
              <a:prstGeom prst="roundRect">
                <a:avLst>
                  <a:gd name="adj" fmla="val 50000"/>
                </a:avLst>
              </a:prstGeom>
              <a:solidFill>
                <a:schemeClr val="tx1"/>
              </a:solidFill>
            </p:spPr>
            <p:txBody>
              <a:bodyPr wrap="square" lIns="0" tIns="0" rIns="0" bIns="0">
                <a:spAutoFit/>
              </a:bodyPr>
              <a:lstStyle/>
              <a:p>
                <a:pPr algn="ctr"/>
                <a:r>
                  <a:rPr kumimoji="1" lang="en-US" altLang="zh-CN" sz="2400" b="1">
                    <a:solidFill>
                      <a:schemeClr val="bg1"/>
                    </a:solidFill>
                    <a:cs typeface="+mn-ea"/>
                    <a:sym typeface="+mn-lt"/>
                  </a:rPr>
                  <a:t>02</a:t>
                </a:r>
                <a:endParaRPr kumimoji="1" lang="en-US" altLang="zh-CN" sz="2400" b="1" dirty="0">
                  <a:solidFill>
                    <a:schemeClr val="bg1"/>
                  </a:solidFill>
                  <a:cs typeface="+mn-ea"/>
                  <a:sym typeface="+mn-lt"/>
                </a:endParaRPr>
              </a:p>
            </p:txBody>
          </p:sp>
          <p:sp>
            <p:nvSpPr>
              <p:cNvPr id="20" name="îsḷïdê"/>
              <p:cNvSpPr/>
              <p:nvPr>
                <p:custDataLst>
                  <p:tags r:id="rId15"/>
                </p:custDataLst>
              </p:nvPr>
            </p:nvSpPr>
            <p:spPr>
              <a:xfrm>
                <a:off x="3682760" y="4514488"/>
                <a:ext cx="1819791" cy="3683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marL="0" marR="0" lvl="0" indent="0" defTabSz="914400" rtl="0" eaLnBrk="1" fontAlgn="auto" latinLnBrk="0" hangingPunct="1">
                  <a:lnSpc>
                    <a:spcPct val="15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lt1">
                      <a:alpha val="70000"/>
                    </a:schemeClr>
                  </a:solidFill>
                  <a:effectLst/>
                  <a:uLnTx/>
                  <a:uFillTx/>
                  <a:cs typeface="+mn-ea"/>
                  <a:sym typeface="+mn-lt"/>
                </a:endParaRPr>
              </a:p>
            </p:txBody>
          </p:sp>
          <p:cxnSp>
            <p:nvCxnSpPr>
              <p:cNvPr id="23" name="işļiḑè"/>
              <p:cNvCxnSpPr/>
              <p:nvPr>
                <p:custDataLst>
                  <p:tags r:id="rId16"/>
                </p:custDataLst>
              </p:nvPr>
            </p:nvCxnSpPr>
            <p:spPr>
              <a:xfrm flipH="1">
                <a:off x="3574142" y="4071019"/>
                <a:ext cx="1" cy="2063081"/>
              </a:xfrm>
              <a:prstGeom prst="line">
                <a:avLst/>
              </a:prstGeom>
              <a:solidFill>
                <a:schemeClr val="tx1"/>
              </a:solidFill>
              <a:ln>
                <a:solidFill>
                  <a:schemeClr val="accent2"/>
                </a:solidFill>
                <a:headEnd type="oval"/>
              </a:ln>
            </p:spPr>
            <p:style>
              <a:lnRef idx="1">
                <a:schemeClr val="accent1"/>
              </a:lnRef>
              <a:fillRef idx="0">
                <a:schemeClr val="accent1"/>
              </a:fillRef>
              <a:effectRef idx="0">
                <a:schemeClr val="accent1"/>
              </a:effectRef>
              <a:fontRef idx="minor">
                <a:schemeClr val="tx1"/>
              </a:fontRef>
            </p:style>
          </p:cxnSp>
        </p:grpSp>
        <p:grpSp>
          <p:nvGrpSpPr>
            <p:cNvPr id="41" name="ïSlîdè"/>
            <p:cNvGrpSpPr/>
            <p:nvPr/>
          </p:nvGrpSpPr>
          <p:grpSpPr>
            <a:xfrm>
              <a:off x="6396383" y="3206911"/>
              <a:ext cx="1982718" cy="2927189"/>
              <a:chOff x="6396383" y="3206911"/>
              <a:chExt cx="1982718" cy="2927189"/>
            </a:xfrm>
          </p:grpSpPr>
          <p:sp>
            <p:nvSpPr>
              <p:cNvPr id="24" name="ï$ḷíḓe"/>
              <p:cNvSpPr txBox="1"/>
              <p:nvPr>
                <p:custDataLst>
                  <p:tags r:id="rId9"/>
                </p:custDataLst>
              </p:nvPr>
            </p:nvSpPr>
            <p:spPr>
              <a:xfrm>
                <a:off x="6559311" y="4145156"/>
                <a:ext cx="1798983" cy="368300"/>
              </a:xfrm>
              <a:prstGeom prst="rect">
                <a:avLst/>
              </a:prstGeom>
              <a:noFill/>
            </p:spPr>
            <p:txBody>
              <a:bodyPr wrap="square">
                <a:spAutoFit/>
              </a:bodyPr>
              <a:lstStyle/>
              <a:p>
                <a:r>
                  <a:rPr lang="zh-CN" altLang="en-US" b="1">
                    <a:cs typeface="+mn-ea"/>
                    <a:sym typeface="+mn-lt"/>
                  </a:rPr>
                  <a:t>实验设置</a:t>
                </a:r>
              </a:p>
            </p:txBody>
          </p:sp>
          <p:sp>
            <p:nvSpPr>
              <p:cNvPr id="25" name="ïşlíḋé"/>
              <p:cNvSpPr txBox="1"/>
              <p:nvPr>
                <p:custDataLst>
                  <p:tags r:id="rId10"/>
                </p:custDataLst>
              </p:nvPr>
            </p:nvSpPr>
            <p:spPr>
              <a:xfrm>
                <a:off x="6396383" y="3206911"/>
                <a:ext cx="1591917" cy="519351"/>
              </a:xfrm>
              <a:prstGeom prst="roundRect">
                <a:avLst>
                  <a:gd name="adj" fmla="val 50000"/>
                </a:avLst>
              </a:prstGeom>
              <a:solidFill>
                <a:schemeClr val="tx1"/>
              </a:solidFill>
            </p:spPr>
            <p:txBody>
              <a:bodyPr wrap="square" lIns="0" tIns="0" rIns="0" bIns="0">
                <a:spAutoFit/>
              </a:bodyPr>
              <a:lstStyle/>
              <a:p>
                <a:pPr algn="ctr"/>
                <a:r>
                  <a:rPr kumimoji="1" lang="en-US" altLang="zh-CN" sz="2400" b="1">
                    <a:solidFill>
                      <a:schemeClr val="bg1"/>
                    </a:solidFill>
                    <a:cs typeface="+mn-ea"/>
                    <a:sym typeface="+mn-lt"/>
                  </a:rPr>
                  <a:t>03</a:t>
                </a:r>
                <a:endParaRPr kumimoji="1" lang="en-US" altLang="zh-CN" sz="2400" b="1" dirty="0">
                  <a:solidFill>
                    <a:schemeClr val="bg1"/>
                  </a:solidFill>
                  <a:cs typeface="+mn-ea"/>
                  <a:sym typeface="+mn-lt"/>
                </a:endParaRPr>
              </a:p>
            </p:txBody>
          </p:sp>
          <p:sp>
            <p:nvSpPr>
              <p:cNvPr id="26" name="ïsḷïḓe"/>
              <p:cNvSpPr/>
              <p:nvPr>
                <p:custDataLst>
                  <p:tags r:id="rId11"/>
                </p:custDataLst>
              </p:nvPr>
            </p:nvSpPr>
            <p:spPr>
              <a:xfrm>
                <a:off x="6559310" y="4514488"/>
                <a:ext cx="1819791" cy="11676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marL="0" marR="0" lvl="0" indent="0"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lt1">
                        <a:alpha val="70000"/>
                      </a:schemeClr>
                    </a:solidFill>
                    <a:effectLst/>
                    <a:uLnTx/>
                    <a:uFillTx/>
                    <a:cs typeface="+mn-ea"/>
                    <a:sym typeface="+mn-lt"/>
                  </a:rPr>
                  <a:t>在这里输入你的正文阐述与关键词标题相关的具体内容，若字数太多酌情删减文案</a:t>
                </a:r>
              </a:p>
            </p:txBody>
          </p:sp>
          <p:cxnSp>
            <p:nvCxnSpPr>
              <p:cNvPr id="29" name="îślïḓè"/>
              <p:cNvCxnSpPr/>
              <p:nvPr>
                <p:custDataLst>
                  <p:tags r:id="rId12"/>
                </p:custDataLst>
              </p:nvPr>
            </p:nvCxnSpPr>
            <p:spPr>
              <a:xfrm flipH="1">
                <a:off x="6450692" y="4071019"/>
                <a:ext cx="1" cy="2063081"/>
              </a:xfrm>
              <a:prstGeom prst="line">
                <a:avLst/>
              </a:prstGeom>
              <a:solidFill>
                <a:schemeClr val="tx1"/>
              </a:solidFill>
              <a:ln>
                <a:solidFill>
                  <a:schemeClr val="accent3"/>
                </a:solidFill>
                <a:headEnd type="oval"/>
              </a:ln>
            </p:spPr>
            <p:style>
              <a:lnRef idx="1">
                <a:schemeClr val="accent1"/>
              </a:lnRef>
              <a:fillRef idx="0">
                <a:schemeClr val="accent1"/>
              </a:fillRef>
              <a:effectRef idx="0">
                <a:schemeClr val="accent1"/>
              </a:effectRef>
              <a:fontRef idx="minor">
                <a:schemeClr val="tx1"/>
              </a:fontRef>
            </p:style>
          </p:cxnSp>
        </p:grpSp>
        <p:sp>
          <p:nvSpPr>
            <p:cNvPr id="30" name="îṡḻiḋe"/>
            <p:cNvSpPr txBox="1"/>
            <p:nvPr>
              <p:custDataLst>
                <p:tags r:id="rId5"/>
              </p:custDataLst>
            </p:nvPr>
          </p:nvSpPr>
          <p:spPr>
            <a:xfrm>
              <a:off x="9435861" y="4145156"/>
              <a:ext cx="1798983" cy="368300"/>
            </a:xfrm>
            <a:prstGeom prst="rect">
              <a:avLst/>
            </a:prstGeom>
            <a:noFill/>
          </p:spPr>
          <p:txBody>
            <a:bodyPr wrap="square">
              <a:spAutoFit/>
            </a:bodyPr>
            <a:lstStyle/>
            <a:p>
              <a:r>
                <a:rPr lang="zh-CN" altLang="en-US" b="1">
                  <a:cs typeface="+mn-ea"/>
                  <a:sym typeface="+mn-lt"/>
                </a:rPr>
                <a:t>实验结果</a:t>
              </a:r>
            </a:p>
          </p:txBody>
        </p:sp>
        <p:sp>
          <p:nvSpPr>
            <p:cNvPr id="32" name="ïṩľiḑê"/>
            <p:cNvSpPr/>
            <p:nvPr>
              <p:custDataLst>
                <p:tags r:id="rId6"/>
              </p:custDataLst>
            </p:nvPr>
          </p:nvSpPr>
          <p:spPr>
            <a:xfrm>
              <a:off x="9435860" y="4514488"/>
              <a:ext cx="1819791" cy="11676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marL="0" marR="0" lvl="0" indent="0"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lt1">
                      <a:alpha val="70000"/>
                    </a:schemeClr>
                  </a:solidFill>
                  <a:effectLst/>
                  <a:uLnTx/>
                  <a:uFillTx/>
                  <a:cs typeface="+mn-ea"/>
                  <a:sym typeface="+mn-lt"/>
                </a:rPr>
                <a:t>在这里输入你的正文阐述与关键词标题相关的具体内容，若字数太多酌情删减文案</a:t>
              </a:r>
            </a:p>
          </p:txBody>
        </p:sp>
        <p:grpSp>
          <p:nvGrpSpPr>
            <p:cNvPr id="42" name="îśľîďe"/>
            <p:cNvGrpSpPr/>
            <p:nvPr/>
          </p:nvGrpSpPr>
          <p:grpSpPr>
            <a:xfrm>
              <a:off x="9272933" y="3206911"/>
              <a:ext cx="1591917" cy="2927189"/>
              <a:chOff x="9272933" y="3206911"/>
              <a:chExt cx="1591917" cy="2927189"/>
            </a:xfrm>
          </p:grpSpPr>
          <p:sp>
            <p:nvSpPr>
              <p:cNvPr id="31" name="îŝḷïḋè"/>
              <p:cNvSpPr txBox="1"/>
              <p:nvPr>
                <p:custDataLst>
                  <p:tags r:id="rId7"/>
                </p:custDataLst>
              </p:nvPr>
            </p:nvSpPr>
            <p:spPr>
              <a:xfrm>
                <a:off x="9272933" y="3206911"/>
                <a:ext cx="1591917" cy="519351"/>
              </a:xfrm>
              <a:prstGeom prst="roundRect">
                <a:avLst>
                  <a:gd name="adj" fmla="val 50000"/>
                </a:avLst>
              </a:prstGeom>
              <a:solidFill>
                <a:schemeClr val="tx1"/>
              </a:solidFill>
            </p:spPr>
            <p:txBody>
              <a:bodyPr wrap="square" lIns="0" tIns="0" rIns="0" bIns="0">
                <a:spAutoFit/>
              </a:bodyPr>
              <a:lstStyle/>
              <a:p>
                <a:pPr algn="ctr"/>
                <a:r>
                  <a:rPr kumimoji="1" lang="en-US" altLang="zh-CN" sz="2400" b="1">
                    <a:solidFill>
                      <a:schemeClr val="bg1"/>
                    </a:solidFill>
                    <a:cs typeface="+mn-ea"/>
                    <a:sym typeface="+mn-lt"/>
                  </a:rPr>
                  <a:t>04</a:t>
                </a:r>
                <a:endParaRPr kumimoji="1" lang="en-US" altLang="zh-CN" sz="2400" b="1" dirty="0">
                  <a:solidFill>
                    <a:schemeClr val="bg1"/>
                  </a:solidFill>
                  <a:cs typeface="+mn-ea"/>
                  <a:sym typeface="+mn-lt"/>
                </a:endParaRPr>
              </a:p>
            </p:txBody>
          </p:sp>
          <p:cxnSp>
            <p:nvCxnSpPr>
              <p:cNvPr id="35" name="îSliďê"/>
              <p:cNvCxnSpPr/>
              <p:nvPr>
                <p:custDataLst>
                  <p:tags r:id="rId8"/>
                </p:custDataLst>
              </p:nvPr>
            </p:nvCxnSpPr>
            <p:spPr>
              <a:xfrm flipH="1">
                <a:off x="9327242" y="4071019"/>
                <a:ext cx="1" cy="2063081"/>
              </a:xfrm>
              <a:prstGeom prst="line">
                <a:avLst/>
              </a:prstGeom>
              <a:solidFill>
                <a:schemeClr val="tx1"/>
              </a:solidFill>
              <a:ln>
                <a:solidFill>
                  <a:schemeClr val="accent4"/>
                </a:solidFill>
                <a:headEnd type="oval"/>
              </a:ln>
            </p:spPr>
            <p:style>
              <a:lnRef idx="1">
                <a:schemeClr val="accent1"/>
              </a:lnRef>
              <a:fillRef idx="0">
                <a:schemeClr val="accent1"/>
              </a:fillRef>
              <a:effectRef idx="0">
                <a:schemeClr val="accent1"/>
              </a:effectRef>
              <a:fontRef idx="minor">
                <a:schemeClr val="tx1"/>
              </a:fontRef>
            </p:style>
          </p:cxnSp>
        </p:grpSp>
        <p:grpSp>
          <p:nvGrpSpPr>
            <p:cNvPr id="43" name="ísļíḓè"/>
            <p:cNvGrpSpPr/>
            <p:nvPr/>
          </p:nvGrpSpPr>
          <p:grpSpPr>
            <a:xfrm>
              <a:off x="9272933" y="1430313"/>
              <a:ext cx="2258668" cy="686117"/>
              <a:chOff x="9272933" y="1430313"/>
              <a:chExt cx="2258668" cy="686117"/>
            </a:xfrm>
          </p:grpSpPr>
          <p:sp>
            <p:nvSpPr>
              <p:cNvPr id="36" name="iŝḷiḑé"/>
              <p:cNvSpPr/>
              <p:nvPr/>
            </p:nvSpPr>
            <p:spPr>
              <a:xfrm>
                <a:off x="9272933" y="1430313"/>
                <a:ext cx="2258668" cy="3683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r">
                  <a:lnSpc>
                    <a:spcPct val="150000"/>
                  </a:lnSpc>
                  <a:defRPr/>
                </a:pPr>
                <a:endParaRPr lang="zh-CN" altLang="en-US" sz="1200" dirty="0">
                  <a:solidFill>
                    <a:schemeClr val="tx1"/>
                  </a:solidFill>
                  <a:cs typeface="+mn-ea"/>
                  <a:sym typeface="+mn-lt"/>
                </a:endParaRPr>
              </a:p>
            </p:txBody>
          </p:sp>
          <p:cxnSp>
            <p:nvCxnSpPr>
              <p:cNvPr id="37" name="íŝļïdè"/>
              <p:cNvCxnSpPr/>
              <p:nvPr/>
            </p:nvCxnSpPr>
            <p:spPr>
              <a:xfrm>
                <a:off x="9676775" y="2116430"/>
                <a:ext cx="176717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grpSp>
      <p:sp>
        <p:nvSpPr>
          <p:cNvPr id="3" name="ïsḷïḓe"/>
          <p:cNvSpPr/>
          <p:nvPr>
            <p:custDataLst>
              <p:tags r:id="rId4"/>
            </p:custDataLst>
          </p:nvPr>
        </p:nvSpPr>
        <p:spPr>
          <a:xfrm>
            <a:off x="3682760" y="4513853"/>
            <a:ext cx="1819791" cy="11676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marL="0" marR="0" lvl="0" indent="0"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lt1">
                    <a:alpha val="70000"/>
                  </a:schemeClr>
                </a:solidFill>
                <a:effectLst/>
                <a:uLnTx/>
                <a:uFillTx/>
                <a:cs typeface="+mn-ea"/>
                <a:sym typeface="+mn-lt"/>
              </a:rPr>
              <a:t>在这里输入你的正文阐述与关键词标题相关的具体内容，若字数太多酌情删减文案</a:t>
            </a:r>
          </a:p>
        </p:txBody>
      </p:sp>
    </p:spTree>
    <p:custDataLst>
      <p:tags r:id="rId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îSľidê"/>
        <p:cNvGrpSpPr/>
        <p:nvPr/>
      </p:nvGrpSpPr>
      <p:grpSpPr>
        <a:xfrm>
          <a:off x="0" y="0"/>
          <a:ext cx="0" cy="0"/>
          <a:chOff x="0" y="0"/>
          <a:chExt cx="0" cy="0"/>
        </a:xfrm>
      </p:grpSpPr>
      <p:sp>
        <p:nvSpPr>
          <p:cNvPr id="4" name="îṣ1îḍe"/>
          <p:cNvSpPr>
            <a:spLocks noGrp="1"/>
          </p:cNvSpPr>
          <p:nvPr>
            <p:ph type="title"/>
          </p:nvPr>
        </p:nvSpPr>
        <p:spPr>
          <a:xfrm>
            <a:off x="3282663" y="3131461"/>
            <a:ext cx="5731164" cy="700405"/>
          </a:xfrm>
        </p:spPr>
        <p:txBody>
          <a:bodyPr/>
          <a:lstStyle/>
          <a:p>
            <a:r>
              <a:rPr lang="zh-CN" altLang="en-US">
                <a:latin typeface="+mn-lt"/>
                <a:ea typeface="+mn-ea"/>
                <a:cs typeface="+mn-ea"/>
                <a:sym typeface="+mn-lt"/>
              </a:rPr>
              <a:t>任务介绍</a:t>
            </a:r>
          </a:p>
        </p:txBody>
      </p:sp>
      <p:sp>
        <p:nvSpPr>
          <p:cNvPr id="2" name="íśľiḋe"/>
          <p:cNvSpPr>
            <a:spLocks noGrp="1"/>
          </p:cNvSpPr>
          <p:nvPr>
            <p:ph type="sldNum" sz="quarter" idx="12"/>
          </p:nvPr>
        </p:nvSpPr>
        <p:spPr/>
        <p:txBody>
          <a:bodyPr/>
          <a:lstStyle/>
          <a:p>
            <a:fld id="{7F65B630-C7FF-41C0-9923-C5E5E29EED81}" type="slidenum">
              <a:rPr lang="zh-CN" altLang="en-US" smtClean="0">
                <a:cs typeface="+mn-ea"/>
                <a:sym typeface="+mn-lt"/>
              </a:rPr>
              <a:t>3</a:t>
            </a:fld>
            <a:endParaRPr lang="zh-CN" altLang="en-US">
              <a:cs typeface="+mn-ea"/>
              <a:sym typeface="+mn-lt"/>
            </a:endParaRPr>
          </a:p>
        </p:txBody>
      </p:sp>
      <p:sp>
        <p:nvSpPr>
          <p:cNvPr id="3" name="íṥ1ïḓé"/>
          <p:cNvSpPr txBox="1"/>
          <p:nvPr/>
        </p:nvSpPr>
        <p:spPr>
          <a:xfrm>
            <a:off x="5584629" y="2017523"/>
            <a:ext cx="1127232" cy="1006429"/>
          </a:xfrm>
          <a:prstGeom prst="rect">
            <a:avLst/>
          </a:prstGeom>
        </p:spPr>
        <p:txBody>
          <a:bodyPr vert="horz" wrap="none" lIns="91440" tIns="45720" rIns="91440" bIns="45720" rtlCol="0" anchor="b">
            <a:spAutoFit/>
          </a:bodyPr>
          <a:lstStyle>
            <a:lvl1pPr algn="l" defTabSz="914400" rtl="0" eaLnBrk="1" latinLnBrk="0" hangingPunct="1">
              <a:lnSpc>
                <a:spcPct val="90000"/>
              </a:lnSpc>
              <a:spcBef>
                <a:spcPct val="0"/>
              </a:spcBef>
              <a:buNone/>
              <a:defRPr lang="zh-CN" altLang="en-US" sz="2400" b="1" kern="1200">
                <a:solidFill>
                  <a:schemeClr val="tx1"/>
                </a:solidFill>
                <a:latin typeface="+mj-lt"/>
                <a:ea typeface="+mj-ea"/>
                <a:cs typeface="+mj-cs"/>
              </a:defRPr>
            </a:lvl1pPr>
          </a:lstStyle>
          <a:p>
            <a:r>
              <a:rPr lang="en-GB" altLang="zh-CN" sz="6600">
                <a:latin typeface="+mn-lt"/>
                <a:ea typeface="+mn-ea"/>
                <a:cs typeface="+mn-ea"/>
                <a:sym typeface="+mn-lt"/>
              </a:rPr>
              <a:t>01</a:t>
            </a:r>
            <a:endParaRPr lang="en-GB" sz="6600" dirty="0">
              <a:latin typeface="+mn-lt"/>
              <a:ea typeface="+mn-ea"/>
              <a:cs typeface="+mn-ea"/>
              <a:sym typeface="+mn-lt"/>
            </a:endParaRPr>
          </a:p>
        </p:txBody>
      </p:sp>
      <p:sp>
        <p:nvSpPr>
          <p:cNvPr id="6" name="文本占位符 5"/>
          <p:cNvSpPr>
            <a:spLocks noGrp="1"/>
          </p:cNvSpPr>
          <p:nvPr>
            <p:ph type="body" idx="1"/>
          </p:nvPr>
        </p:nvSpPr>
        <p:spPr/>
        <p:txBody>
          <a:bodyPr/>
          <a:lstStyle/>
          <a:p>
            <a:endParaRPr lang="zh-CN" altLang="en-US"/>
          </a:p>
        </p:txBody>
      </p:sp>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ïŝ1ïḑê"/>
        <p:cNvGrpSpPr/>
        <p:nvPr/>
      </p:nvGrpSpPr>
      <p:grpSpPr>
        <a:xfrm>
          <a:off x="0" y="0"/>
          <a:ext cx="0" cy="0"/>
          <a:chOff x="0" y="0"/>
          <a:chExt cx="0" cy="0"/>
        </a:xfrm>
      </p:grpSpPr>
      <p:sp>
        <p:nvSpPr>
          <p:cNvPr id="2" name="í$ḻîďe"/>
          <p:cNvSpPr>
            <a:spLocks noGrp="1"/>
          </p:cNvSpPr>
          <p:nvPr>
            <p:ph type="title"/>
          </p:nvPr>
        </p:nvSpPr>
        <p:spPr/>
        <p:txBody>
          <a:bodyPr/>
          <a:lstStyle/>
          <a:p>
            <a:r>
              <a:rPr lang="zh-CN" altLang="en-US">
                <a:latin typeface="+mn-lt"/>
                <a:ea typeface="+mn-ea"/>
                <a:cs typeface="+mn-ea"/>
                <a:sym typeface="+mn-lt"/>
              </a:rPr>
              <a:t>下一个位置推荐</a:t>
            </a:r>
          </a:p>
        </p:txBody>
      </p:sp>
      <p:sp>
        <p:nvSpPr>
          <p:cNvPr id="3" name="íŝľíḋe"/>
          <p:cNvSpPr>
            <a:spLocks noGrp="1"/>
          </p:cNvSpPr>
          <p:nvPr>
            <p:ph type="sldNum" sz="quarter" idx="12"/>
          </p:nvPr>
        </p:nvSpPr>
        <p:spPr/>
        <p:txBody>
          <a:bodyPr/>
          <a:lstStyle/>
          <a:p>
            <a:fld id="{7F65B630-C7FF-41C0-9923-C5E5E29EED81}" type="slidenum">
              <a:rPr lang="zh-CN" altLang="en-US" smtClean="0">
                <a:cs typeface="+mn-ea"/>
                <a:sym typeface="+mn-lt"/>
              </a:rPr>
              <a:t>4</a:t>
            </a:fld>
            <a:endParaRPr lang="zh-CN" altLang="en-US">
              <a:cs typeface="+mn-ea"/>
              <a:sym typeface="+mn-lt"/>
            </a:endParaRPr>
          </a:p>
        </p:txBody>
      </p:sp>
      <p:grpSp>
        <p:nvGrpSpPr>
          <p:cNvPr id="92" name="íŝḻiḑê"/>
          <p:cNvGrpSpPr/>
          <p:nvPr/>
        </p:nvGrpSpPr>
        <p:grpSpPr>
          <a:xfrm>
            <a:off x="672792" y="1235160"/>
            <a:ext cx="10581604" cy="5622840"/>
            <a:chOff x="672792" y="1235160"/>
            <a:chExt cx="10581604" cy="5622840"/>
          </a:xfrm>
        </p:grpSpPr>
        <p:grpSp>
          <p:nvGrpSpPr>
            <p:cNvPr id="91" name="ïṣḷiḓé"/>
            <p:cNvGrpSpPr/>
            <p:nvPr/>
          </p:nvGrpSpPr>
          <p:grpSpPr>
            <a:xfrm>
              <a:off x="824540" y="1853240"/>
              <a:ext cx="7923674" cy="5004760"/>
              <a:chOff x="824540" y="1853240"/>
              <a:chExt cx="7923674" cy="5004760"/>
            </a:xfrm>
          </p:grpSpPr>
          <p:grpSp>
            <p:nvGrpSpPr>
              <p:cNvPr id="5" name="ïṣḻíḓé"/>
              <p:cNvGrpSpPr/>
              <p:nvPr/>
            </p:nvGrpSpPr>
            <p:grpSpPr>
              <a:xfrm>
                <a:off x="1380309" y="3990416"/>
                <a:ext cx="7367905" cy="1850691"/>
                <a:chOff x="1397830" y="2558580"/>
                <a:chExt cx="7367905" cy="1850691"/>
              </a:xfrm>
            </p:grpSpPr>
            <p:sp>
              <p:nvSpPr>
                <p:cNvPr id="85" name="isḻîdé"/>
                <p:cNvSpPr/>
                <p:nvPr/>
              </p:nvSpPr>
              <p:spPr>
                <a:xfrm>
                  <a:off x="1981159" y="2558580"/>
                  <a:ext cx="4266534" cy="523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p>
                  <a:r>
                    <a:rPr kumimoji="1" lang="zh-CN" altLang="en-US" sz="2000" b="1">
                      <a:solidFill>
                        <a:schemeClr val="tx1"/>
                      </a:solidFill>
                      <a:cs typeface="+mn-ea"/>
                      <a:sym typeface="+mn-lt"/>
                    </a:rPr>
                    <a:t>应用场景</a:t>
                  </a:r>
                </a:p>
              </p:txBody>
            </p:sp>
            <p:sp>
              <p:nvSpPr>
                <p:cNvPr id="86" name="íṧľíḓé"/>
                <p:cNvSpPr/>
                <p:nvPr/>
              </p:nvSpPr>
              <p:spPr>
                <a:xfrm>
                  <a:off x="1981395" y="2901146"/>
                  <a:ext cx="6784340" cy="1508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marL="0" marR="0" lvl="0" indent="0" defTabSz="914400" rtl="0" eaLnBrk="1" fontAlgn="auto" latinLnBrk="0" hangingPunct="1">
                    <a:lnSpc>
                      <a:spcPct val="150000"/>
                    </a:lnSpc>
                    <a:spcBef>
                      <a:spcPts val="0"/>
                    </a:spcBef>
                    <a:spcAft>
                      <a:spcPts val="0"/>
                    </a:spcAft>
                    <a:buClrTx/>
                    <a:buSzTx/>
                    <a:buFontTx/>
                    <a:buNone/>
                    <a:defRPr/>
                  </a:pPr>
                  <a:r>
                    <a:rPr kumimoji="0" lang="en-US" altLang="zh-CN" sz="1400" b="0" i="0" u="none" strike="noStrike" kern="1200" cap="none" spc="0" normalizeH="0" baseline="0" noProof="0">
                      <a:ln>
                        <a:noFill/>
                      </a:ln>
                      <a:solidFill>
                        <a:schemeClr val="lt1">
                          <a:alpha val="70000"/>
                        </a:schemeClr>
                      </a:solidFill>
                      <a:effectLst/>
                      <a:uLnTx/>
                      <a:uFillTx/>
                      <a:cs typeface="+mn-ea"/>
                      <a:sym typeface="+mn-lt"/>
                    </a:rPr>
                    <a:t>·​​</a:t>
                  </a: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旅行与导航</a:t>
                  </a:r>
                  <a:r>
                    <a:rPr kumimoji="0" lang="en-US" altLang="zh-CN" sz="1400" b="0" i="0" u="none" strike="noStrike" kern="1200" cap="none" spc="0" normalizeH="0" baseline="0" noProof="0">
                      <a:ln>
                        <a:noFill/>
                      </a:ln>
                      <a:solidFill>
                        <a:schemeClr val="lt1">
                          <a:alpha val="70000"/>
                        </a:schemeClr>
                      </a:solidFill>
                      <a:effectLst/>
                      <a:uLnTx/>
                      <a:uFillTx/>
                      <a:cs typeface="+mn-ea"/>
                      <a:sym typeface="+mn-lt"/>
                    </a:rPr>
                    <a:t>​​</a:t>
                  </a: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：推荐旅行路线中的下一个景点</a:t>
                  </a:r>
                </a:p>
                <a:p>
                  <a:pPr marL="0" marR="0" lvl="0" indent="0" defTabSz="914400" rtl="0" eaLnBrk="1" fontAlgn="auto" latinLnBrk="0" hangingPunct="1">
                    <a:lnSpc>
                      <a:spcPct val="150000"/>
                    </a:lnSpc>
                    <a:spcBef>
                      <a:spcPts val="0"/>
                    </a:spcBef>
                    <a:spcAft>
                      <a:spcPts val="0"/>
                    </a:spcAft>
                    <a:buClrTx/>
                    <a:buSzTx/>
                    <a:buFontTx/>
                    <a:buNone/>
                    <a:defRPr/>
                  </a:pPr>
                  <a:r>
                    <a:rPr kumimoji="0" lang="en-US" altLang="zh-CN" sz="1400" b="0" i="0" u="none" strike="noStrike" kern="1200" cap="none" spc="0" normalizeH="0" baseline="0" noProof="0">
                      <a:ln>
                        <a:noFill/>
                      </a:ln>
                      <a:solidFill>
                        <a:schemeClr val="lt1">
                          <a:alpha val="70000"/>
                        </a:schemeClr>
                      </a:solidFill>
                      <a:effectLst/>
                      <a:uLnTx/>
                      <a:uFillTx/>
                      <a:cs typeface="+mn-ea"/>
                      <a:sym typeface="+mn-lt"/>
                    </a:rPr>
                    <a:t>·​​</a:t>
                  </a: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本地生活服务</a:t>
                  </a:r>
                  <a:r>
                    <a:rPr kumimoji="0" lang="en-US" altLang="zh-CN" sz="1400" b="0" i="0" u="none" strike="noStrike" kern="1200" cap="none" spc="0" normalizeH="0" baseline="0" noProof="0">
                      <a:ln>
                        <a:noFill/>
                      </a:ln>
                      <a:solidFill>
                        <a:schemeClr val="lt1">
                          <a:alpha val="70000"/>
                        </a:schemeClr>
                      </a:solidFill>
                      <a:effectLst/>
                      <a:uLnTx/>
                      <a:uFillTx/>
                      <a:cs typeface="+mn-ea"/>
                      <a:sym typeface="+mn-lt"/>
                    </a:rPr>
                    <a:t>​​</a:t>
                  </a: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：根据用户实时位置推荐餐厅、咖啡店（如美团、大众点评）</a:t>
                  </a:r>
                </a:p>
                <a:p>
                  <a:pPr marL="0" marR="0" lvl="0" indent="0" defTabSz="914400" rtl="0" eaLnBrk="1" fontAlgn="auto" latinLnBrk="0" hangingPunct="1">
                    <a:lnSpc>
                      <a:spcPct val="150000"/>
                    </a:lnSpc>
                    <a:spcBef>
                      <a:spcPts val="0"/>
                    </a:spcBef>
                    <a:spcAft>
                      <a:spcPts val="0"/>
                    </a:spcAft>
                    <a:buClrTx/>
                    <a:buSzTx/>
                    <a:buFontTx/>
                    <a:buNone/>
                    <a:defRPr/>
                  </a:pPr>
                  <a:r>
                    <a:rPr kumimoji="0" lang="en-US" altLang="zh-CN" sz="1400" b="0" i="0" u="none" strike="noStrike" kern="1200" cap="none" spc="0" normalizeH="0" baseline="0" noProof="0">
                      <a:ln>
                        <a:noFill/>
                      </a:ln>
                      <a:solidFill>
                        <a:schemeClr val="lt1">
                          <a:alpha val="70000"/>
                        </a:schemeClr>
                      </a:solidFill>
                      <a:effectLst/>
                      <a:uLnTx/>
                      <a:uFillTx/>
                      <a:cs typeface="+mn-ea"/>
                      <a:sym typeface="+mn-lt"/>
                    </a:rPr>
                    <a:t>·​​</a:t>
                  </a: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城市与商业分析</a:t>
                  </a:r>
                  <a:r>
                    <a:rPr kumimoji="0" lang="en-US" altLang="zh-CN" sz="1400" b="0" i="0" u="none" strike="noStrike" kern="1200" cap="none" spc="0" normalizeH="0" baseline="0" noProof="0">
                      <a:ln>
                        <a:noFill/>
                      </a:ln>
                      <a:solidFill>
                        <a:schemeClr val="lt1">
                          <a:alpha val="70000"/>
                        </a:schemeClr>
                      </a:solidFill>
                      <a:effectLst/>
                      <a:uLnTx/>
                      <a:uFillTx/>
                      <a:cs typeface="+mn-ea"/>
                      <a:sym typeface="+mn-lt"/>
                    </a:rPr>
                    <a:t>​​</a:t>
                  </a: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：分析用户移动模式，辅助商业选址（如便利店、充电桩）</a:t>
                  </a:r>
                </a:p>
                <a:p>
                  <a:pPr marL="0" marR="0" lvl="0" indent="0" defTabSz="914400" rtl="0" eaLnBrk="1" fontAlgn="auto" latinLnBrk="0" hangingPunct="1">
                    <a:lnSpc>
                      <a:spcPct val="150000"/>
                    </a:lnSpc>
                    <a:spcBef>
                      <a:spcPts val="0"/>
                    </a:spcBef>
                    <a:spcAft>
                      <a:spcPts val="0"/>
                    </a:spcAft>
                    <a:buClrTx/>
                    <a:buSzTx/>
                    <a:buFontTx/>
                    <a:buNone/>
                    <a:defRPr/>
                  </a:pPr>
                  <a:r>
                    <a:rPr kumimoji="0" lang="en-US" altLang="zh-CN" sz="1400" b="0" i="0" u="none" strike="noStrike" kern="1200" cap="none" spc="0" normalizeH="0" baseline="0" noProof="0">
                      <a:ln>
                        <a:noFill/>
                      </a:ln>
                      <a:solidFill>
                        <a:schemeClr val="lt1">
                          <a:alpha val="70000"/>
                        </a:schemeClr>
                      </a:solidFill>
                      <a:effectLst/>
                      <a:uLnTx/>
                      <a:uFillTx/>
                      <a:cs typeface="+mn-ea"/>
                      <a:sym typeface="+mn-lt"/>
                    </a:rPr>
                    <a:t>​​·</a:t>
                  </a: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社交网络增强</a:t>
                  </a:r>
                  <a:r>
                    <a:rPr kumimoji="0" lang="en-US" altLang="zh-CN" sz="1400" b="0" i="0" u="none" strike="noStrike" kern="1200" cap="none" spc="0" normalizeH="0" baseline="0" noProof="0">
                      <a:ln>
                        <a:noFill/>
                      </a:ln>
                      <a:solidFill>
                        <a:schemeClr val="lt1">
                          <a:alpha val="70000"/>
                        </a:schemeClr>
                      </a:solidFill>
                      <a:effectLst/>
                      <a:uLnTx/>
                      <a:uFillTx/>
                      <a:cs typeface="+mn-ea"/>
                      <a:sym typeface="+mn-lt"/>
                    </a:rPr>
                    <a:t>​​</a:t>
                  </a: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：结合好友轨迹生成聚会地点建议</a:t>
                  </a:r>
                </a:p>
              </p:txBody>
            </p:sp>
            <p:sp>
              <p:nvSpPr>
                <p:cNvPr id="87" name="ïšľiḓe"/>
                <p:cNvSpPr txBox="1"/>
                <p:nvPr/>
              </p:nvSpPr>
              <p:spPr>
                <a:xfrm>
                  <a:off x="1397830" y="2566643"/>
                  <a:ext cx="540000" cy="540000"/>
                </a:xfrm>
                <a:prstGeom prst="ellipse">
                  <a:avLst/>
                </a:prstGeom>
                <a:gradFill>
                  <a:gsLst>
                    <a:gs pos="0">
                      <a:schemeClr val="accent4"/>
                    </a:gs>
                    <a:gs pos="50000">
                      <a:schemeClr val="accent3"/>
                    </a:gs>
                  </a:gsLst>
                  <a:lin ang="270000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Autofit/>
                </a:bodyPr>
                <a:lstStyle>
                  <a:defPPr>
                    <a:defRPr lang="zh-CN"/>
                  </a:defPPr>
                  <a:lvl1pPr algn="ctr" defTabSz="914400">
                    <a:defRPr sz="1600" b="1">
                      <a:solidFill>
                        <a:srgbClr val="FFFFFF"/>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cs typeface="+mn-ea"/>
                      <a:sym typeface="+mn-lt"/>
                    </a:rPr>
                    <a:t>02</a:t>
                  </a:r>
                  <a:endParaRPr lang="zh-CN" altLang="en-US" dirty="0">
                    <a:cs typeface="+mn-ea"/>
                    <a:sym typeface="+mn-lt"/>
                  </a:endParaRPr>
                </a:p>
              </p:txBody>
            </p:sp>
          </p:grpSp>
          <p:cxnSp>
            <p:nvCxnSpPr>
              <p:cNvPr id="6" name="ïṣ1íḓe"/>
              <p:cNvCxnSpPr/>
              <p:nvPr/>
            </p:nvCxnSpPr>
            <p:spPr>
              <a:xfrm>
                <a:off x="832160" y="4570328"/>
                <a:ext cx="0" cy="2287672"/>
              </a:xfrm>
              <a:prstGeom prst="line">
                <a:avLst/>
              </a:prstGeom>
              <a:ln w="25400">
                <a:solidFill>
                  <a:schemeClr val="tx1"/>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7" name="iśľíḓè"/>
              <p:cNvGrpSpPr/>
              <p:nvPr/>
            </p:nvGrpSpPr>
            <p:grpSpPr>
              <a:xfrm>
                <a:off x="1379675" y="1853240"/>
                <a:ext cx="4849863" cy="1596284"/>
                <a:chOff x="1397195" y="371526"/>
                <a:chExt cx="4849863" cy="1596284"/>
              </a:xfrm>
            </p:grpSpPr>
            <p:sp>
              <p:nvSpPr>
                <p:cNvPr id="82" name="íş1îḋe"/>
                <p:cNvSpPr/>
                <p:nvPr/>
              </p:nvSpPr>
              <p:spPr>
                <a:xfrm>
                  <a:off x="1980524" y="371526"/>
                  <a:ext cx="4266534" cy="523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p>
                  <a:r>
                    <a:rPr kumimoji="1" lang="zh-CN" altLang="en-US" sz="2000" b="1">
                      <a:solidFill>
                        <a:schemeClr val="tx1"/>
                      </a:solidFill>
                      <a:cs typeface="+mn-ea"/>
                      <a:sym typeface="+mn-lt"/>
                    </a:rPr>
                    <a:t>定义</a:t>
                  </a:r>
                </a:p>
              </p:txBody>
            </p:sp>
            <p:sp>
              <p:nvSpPr>
                <p:cNvPr id="83" name="iṣļiḓé"/>
                <p:cNvSpPr/>
                <p:nvPr/>
              </p:nvSpPr>
              <p:spPr>
                <a:xfrm>
                  <a:off x="1980760" y="782900"/>
                  <a:ext cx="4131945" cy="11849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marL="0" marR="0" lvl="0" indent="0"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下一个位置推荐是位置服务（</a:t>
                  </a:r>
                  <a:r>
                    <a:rPr kumimoji="0" lang="en-US" altLang="zh-CN" sz="1400" b="0" i="0" u="none" strike="noStrike" kern="1200" cap="none" spc="0" normalizeH="0" baseline="0" noProof="0">
                      <a:ln>
                        <a:noFill/>
                      </a:ln>
                      <a:solidFill>
                        <a:schemeClr val="lt1">
                          <a:alpha val="70000"/>
                        </a:schemeClr>
                      </a:solidFill>
                      <a:effectLst/>
                      <a:uLnTx/>
                      <a:uFillTx/>
                      <a:cs typeface="+mn-ea"/>
                      <a:sym typeface="+mn-lt"/>
                    </a:rPr>
                    <a:t>LBS</a:t>
                  </a: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）中的核心技术，旨在根据用户的历史行为（如签到记录、移动轨迹）预测其未来可能访问的地点。</a:t>
                  </a:r>
                </a:p>
              </p:txBody>
            </p:sp>
            <p:sp>
              <p:nvSpPr>
                <p:cNvPr id="84" name="íŝḻiḋê"/>
                <p:cNvSpPr txBox="1"/>
                <p:nvPr/>
              </p:nvSpPr>
              <p:spPr>
                <a:xfrm>
                  <a:off x="1397195" y="526498"/>
                  <a:ext cx="540000" cy="540000"/>
                </a:xfrm>
                <a:prstGeom prst="ellipse">
                  <a:avLst/>
                </a:prstGeom>
                <a:gradFill>
                  <a:gsLst>
                    <a:gs pos="0">
                      <a:schemeClr val="accent1"/>
                    </a:gs>
                    <a:gs pos="50000">
                      <a:schemeClr val="accent2"/>
                    </a:gs>
                  </a:gsLst>
                  <a:lin ang="270000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Autofit/>
                </a:bodyPr>
                <a:lstStyle>
                  <a:defPPr>
                    <a:defRPr lang="zh-CN"/>
                  </a:defPPr>
                  <a:lvl1pPr algn="ctr" defTabSz="914400">
                    <a:defRPr sz="1600" b="1">
                      <a:solidFill>
                        <a:srgbClr val="FFFFFF"/>
                      </a:solidFill>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cs typeface="+mn-ea"/>
                      <a:sym typeface="+mn-lt"/>
                    </a:rPr>
                    <a:t>01</a:t>
                  </a:r>
                  <a:endParaRPr lang="zh-CN" altLang="en-US" dirty="0">
                    <a:cs typeface="+mn-ea"/>
                    <a:sym typeface="+mn-lt"/>
                  </a:endParaRPr>
                </a:p>
              </p:txBody>
            </p:sp>
          </p:grpSp>
          <p:cxnSp>
            <p:nvCxnSpPr>
              <p:cNvPr id="8" name="iṧḻïḑe"/>
              <p:cNvCxnSpPr/>
              <p:nvPr/>
            </p:nvCxnSpPr>
            <p:spPr>
              <a:xfrm>
                <a:off x="824540" y="2005630"/>
                <a:ext cx="7620" cy="2564765"/>
              </a:xfrm>
              <a:prstGeom prst="line">
                <a:avLst/>
              </a:prstGeom>
              <a:ln w="25400">
                <a:solidFill>
                  <a:schemeClr val="tx1"/>
                </a:solidFill>
                <a:headEnd type="oval"/>
                <a:tailEnd type="none"/>
              </a:ln>
            </p:spPr>
            <p:style>
              <a:lnRef idx="1">
                <a:schemeClr val="accent1"/>
              </a:lnRef>
              <a:fillRef idx="0">
                <a:schemeClr val="accent1"/>
              </a:fillRef>
              <a:effectRef idx="0">
                <a:schemeClr val="accent1"/>
              </a:effectRef>
              <a:fontRef idx="minor">
                <a:schemeClr val="tx1"/>
              </a:fontRef>
            </p:style>
          </p:cxnSp>
        </p:grpSp>
        <p:grpSp>
          <p:nvGrpSpPr>
            <p:cNvPr id="9" name="îšlïḍê"/>
            <p:cNvGrpSpPr/>
            <p:nvPr/>
          </p:nvGrpSpPr>
          <p:grpSpPr>
            <a:xfrm>
              <a:off x="6773185" y="1235160"/>
              <a:ext cx="4481211" cy="4819407"/>
              <a:chOff x="4671651" y="1291007"/>
              <a:chExt cx="4784729" cy="5145832"/>
            </a:xfrm>
          </p:grpSpPr>
          <p:grpSp>
            <p:nvGrpSpPr>
              <p:cNvPr id="11" name="iS1iďê"/>
              <p:cNvGrpSpPr/>
              <p:nvPr/>
            </p:nvGrpSpPr>
            <p:grpSpPr>
              <a:xfrm>
                <a:off x="4671651" y="1368915"/>
                <a:ext cx="3482776" cy="2228294"/>
                <a:chOff x="7150219" y="1989770"/>
                <a:chExt cx="4262473" cy="2727147"/>
              </a:xfrm>
            </p:grpSpPr>
            <p:sp>
              <p:nvSpPr>
                <p:cNvPr id="60" name="î$ļiďe"/>
                <p:cNvSpPr/>
                <p:nvPr/>
              </p:nvSpPr>
              <p:spPr bwMode="auto">
                <a:xfrm>
                  <a:off x="7151610" y="1991160"/>
                  <a:ext cx="4261082" cy="2725757"/>
                </a:xfrm>
                <a:prstGeom prst="rect">
                  <a:avLst/>
                </a:prstGeom>
                <a:solidFill>
                  <a:srgbClr val="E6E6E6"/>
                </a:solidFill>
                <a:ln w="0">
                  <a:noFill/>
                  <a:miter lim="800000"/>
                </a:ln>
              </p:spPr>
              <p:txBody>
                <a:bodyPr vert="horz" wrap="square" lIns="91440" tIns="45720" rIns="91440" bIns="45720" numCol="1" anchor="t" anchorCtr="0" compatLnSpc="1"/>
                <a:lstStyle/>
                <a:p>
                  <a:endParaRPr lang="zh-CN" altLang="en-US">
                    <a:cs typeface="+mn-ea"/>
                    <a:sym typeface="+mn-lt"/>
                  </a:endParaRPr>
                </a:p>
              </p:txBody>
            </p:sp>
            <p:sp>
              <p:nvSpPr>
                <p:cNvPr id="61" name="íṥḻíďe"/>
                <p:cNvSpPr/>
                <p:nvPr/>
              </p:nvSpPr>
              <p:spPr bwMode="auto">
                <a:xfrm>
                  <a:off x="7273992" y="2334662"/>
                  <a:ext cx="4016320" cy="1038848"/>
                </a:xfrm>
                <a:prstGeom prst="rect">
                  <a:avLst/>
                </a:prstGeom>
                <a:solidFill>
                  <a:srgbClr val="FFFFFF"/>
                </a:solidFill>
                <a:ln w="0">
                  <a:noFill/>
                  <a:miter lim="800000"/>
                </a:ln>
              </p:spPr>
              <p:txBody>
                <a:bodyPr vert="horz" wrap="square" lIns="91440" tIns="45720" rIns="91440" bIns="45720" numCol="1" anchor="t" anchorCtr="0" compatLnSpc="1"/>
                <a:lstStyle/>
                <a:p>
                  <a:endParaRPr lang="zh-CN" altLang="en-US">
                    <a:cs typeface="+mn-ea"/>
                    <a:sym typeface="+mn-lt"/>
                  </a:endParaRPr>
                </a:p>
              </p:txBody>
            </p:sp>
            <p:sp>
              <p:nvSpPr>
                <p:cNvPr id="62" name="iSḻîḋê"/>
                <p:cNvSpPr/>
                <p:nvPr/>
              </p:nvSpPr>
              <p:spPr bwMode="auto">
                <a:xfrm>
                  <a:off x="8273899" y="2483465"/>
                  <a:ext cx="848322" cy="48675"/>
                </a:xfrm>
                <a:prstGeom prst="rect">
                  <a:avLst/>
                </a:prstGeom>
                <a:solidFill>
                  <a:srgbClr val="E6E6E6"/>
                </a:solidFill>
                <a:ln w="0">
                  <a:noFill/>
                  <a:miter lim="800000"/>
                </a:ln>
              </p:spPr>
              <p:txBody>
                <a:bodyPr vert="horz" wrap="square" lIns="91440" tIns="45720" rIns="91440" bIns="45720" numCol="1" anchor="t" anchorCtr="0" compatLnSpc="1"/>
                <a:lstStyle/>
                <a:p>
                  <a:endParaRPr lang="zh-CN" altLang="en-US">
                    <a:cs typeface="+mn-ea"/>
                    <a:sym typeface="+mn-lt"/>
                  </a:endParaRPr>
                </a:p>
              </p:txBody>
            </p:sp>
            <p:sp>
              <p:nvSpPr>
                <p:cNvPr id="63" name="íṩľïdè"/>
                <p:cNvSpPr/>
                <p:nvPr/>
              </p:nvSpPr>
              <p:spPr bwMode="auto">
                <a:xfrm>
                  <a:off x="8273899" y="2661474"/>
                  <a:ext cx="1310032" cy="48675"/>
                </a:xfrm>
                <a:prstGeom prst="rect">
                  <a:avLst/>
                </a:prstGeom>
                <a:solidFill>
                  <a:schemeClr val="accent4"/>
                </a:solidFill>
                <a:ln w="0">
                  <a:noFill/>
                  <a:miter lim="800000"/>
                </a:ln>
              </p:spPr>
              <p:txBody>
                <a:bodyPr vert="horz" wrap="square" lIns="91440" tIns="45720" rIns="91440" bIns="45720" numCol="1" anchor="t" anchorCtr="0" compatLnSpc="1"/>
                <a:lstStyle/>
                <a:p>
                  <a:endParaRPr lang="zh-CN" altLang="en-US">
                    <a:cs typeface="+mn-ea"/>
                    <a:sym typeface="+mn-lt"/>
                  </a:endParaRPr>
                </a:p>
              </p:txBody>
            </p:sp>
            <p:sp>
              <p:nvSpPr>
                <p:cNvPr id="64" name="ï$lïdé"/>
                <p:cNvSpPr/>
                <p:nvPr/>
              </p:nvSpPr>
              <p:spPr bwMode="auto">
                <a:xfrm>
                  <a:off x="8273899" y="2828357"/>
                  <a:ext cx="1068053" cy="48675"/>
                </a:xfrm>
                <a:prstGeom prst="rect">
                  <a:avLst/>
                </a:prstGeom>
                <a:solidFill>
                  <a:srgbClr val="E6E6E6"/>
                </a:solidFill>
                <a:ln w="0">
                  <a:noFill/>
                  <a:miter lim="800000"/>
                </a:ln>
              </p:spPr>
              <p:txBody>
                <a:bodyPr vert="horz" wrap="square" lIns="91440" tIns="45720" rIns="91440" bIns="45720" numCol="1" anchor="t" anchorCtr="0" compatLnSpc="1"/>
                <a:lstStyle/>
                <a:p>
                  <a:endParaRPr lang="zh-CN" altLang="en-US">
                    <a:cs typeface="+mn-ea"/>
                    <a:sym typeface="+mn-lt"/>
                  </a:endParaRPr>
                </a:p>
              </p:txBody>
            </p:sp>
            <p:sp>
              <p:nvSpPr>
                <p:cNvPr id="65" name="îṡḷiḑe"/>
                <p:cNvSpPr/>
                <p:nvPr/>
              </p:nvSpPr>
              <p:spPr bwMode="auto">
                <a:xfrm>
                  <a:off x="8273899" y="2995240"/>
                  <a:ext cx="623031" cy="48675"/>
                </a:xfrm>
                <a:prstGeom prst="rect">
                  <a:avLst/>
                </a:prstGeom>
                <a:solidFill>
                  <a:srgbClr val="E6E6E6"/>
                </a:solidFill>
                <a:ln w="0">
                  <a:noFill/>
                  <a:miter lim="800000"/>
                </a:ln>
              </p:spPr>
              <p:txBody>
                <a:bodyPr vert="horz" wrap="square" lIns="91440" tIns="45720" rIns="91440" bIns="45720" numCol="1" anchor="t" anchorCtr="0" compatLnSpc="1"/>
                <a:lstStyle/>
                <a:p>
                  <a:endParaRPr lang="zh-CN" altLang="en-US">
                    <a:cs typeface="+mn-ea"/>
                    <a:sym typeface="+mn-lt"/>
                  </a:endParaRPr>
                </a:p>
              </p:txBody>
            </p:sp>
            <p:sp>
              <p:nvSpPr>
                <p:cNvPr id="66" name="iSḻïḍe"/>
                <p:cNvSpPr/>
                <p:nvPr/>
              </p:nvSpPr>
              <p:spPr bwMode="auto">
                <a:xfrm>
                  <a:off x="8273899" y="3163515"/>
                  <a:ext cx="941499" cy="47284"/>
                </a:xfrm>
                <a:prstGeom prst="rect">
                  <a:avLst/>
                </a:prstGeom>
                <a:solidFill>
                  <a:srgbClr val="E6E6E6"/>
                </a:solidFill>
                <a:ln w="0">
                  <a:noFill/>
                  <a:miter lim="800000"/>
                </a:ln>
              </p:spPr>
              <p:txBody>
                <a:bodyPr vert="horz" wrap="square" lIns="91440" tIns="45720" rIns="91440" bIns="45720" numCol="1" anchor="t" anchorCtr="0" compatLnSpc="1"/>
                <a:lstStyle/>
                <a:p>
                  <a:endParaRPr lang="zh-CN" altLang="en-US">
                    <a:cs typeface="+mn-ea"/>
                    <a:sym typeface="+mn-lt"/>
                  </a:endParaRPr>
                </a:p>
              </p:txBody>
            </p:sp>
            <p:sp>
              <p:nvSpPr>
                <p:cNvPr id="67" name="isḻiḓè"/>
                <p:cNvSpPr/>
                <p:nvPr/>
              </p:nvSpPr>
              <p:spPr bwMode="auto">
                <a:xfrm>
                  <a:off x="7885896" y="2465387"/>
                  <a:ext cx="104302" cy="104302"/>
                </a:xfrm>
                <a:prstGeom prst="rect">
                  <a:avLst/>
                </a:prstGeom>
                <a:solidFill>
                  <a:srgbClr val="E6E6E6"/>
                </a:solidFill>
                <a:ln w="0">
                  <a:noFill/>
                  <a:miter lim="800000"/>
                </a:ln>
              </p:spPr>
              <p:txBody>
                <a:bodyPr vert="horz" wrap="square" lIns="91440" tIns="45720" rIns="91440" bIns="45720" numCol="1" anchor="t" anchorCtr="0" compatLnSpc="1"/>
                <a:lstStyle/>
                <a:p>
                  <a:endParaRPr lang="zh-CN" altLang="en-US">
                    <a:cs typeface="+mn-ea"/>
                    <a:sym typeface="+mn-lt"/>
                  </a:endParaRPr>
                </a:p>
              </p:txBody>
            </p:sp>
            <p:sp>
              <p:nvSpPr>
                <p:cNvPr id="68" name="ïṣḻiḑé"/>
                <p:cNvSpPr/>
                <p:nvPr/>
              </p:nvSpPr>
              <p:spPr bwMode="auto">
                <a:xfrm>
                  <a:off x="7885896" y="2633660"/>
                  <a:ext cx="104302" cy="104302"/>
                </a:xfrm>
                <a:prstGeom prst="rect">
                  <a:avLst/>
                </a:prstGeom>
                <a:solidFill>
                  <a:schemeClr val="accent4"/>
                </a:solidFill>
                <a:ln w="0">
                  <a:noFill/>
                  <a:miter lim="800000"/>
                </a:ln>
              </p:spPr>
              <p:txBody>
                <a:bodyPr vert="horz" wrap="square" lIns="91440" tIns="45720" rIns="91440" bIns="45720" numCol="1" anchor="t" anchorCtr="0" compatLnSpc="1"/>
                <a:lstStyle/>
                <a:p>
                  <a:endParaRPr lang="zh-CN" altLang="en-US">
                    <a:cs typeface="+mn-ea"/>
                    <a:sym typeface="+mn-lt"/>
                  </a:endParaRPr>
                </a:p>
              </p:txBody>
            </p:sp>
            <p:sp>
              <p:nvSpPr>
                <p:cNvPr id="69" name="íṣ1iḍé"/>
                <p:cNvSpPr/>
                <p:nvPr/>
              </p:nvSpPr>
              <p:spPr bwMode="auto">
                <a:xfrm>
                  <a:off x="7885896" y="2801934"/>
                  <a:ext cx="104302" cy="102911"/>
                </a:xfrm>
                <a:prstGeom prst="rect">
                  <a:avLst/>
                </a:prstGeom>
                <a:solidFill>
                  <a:srgbClr val="E6E6E6"/>
                </a:solidFill>
                <a:ln w="0">
                  <a:noFill/>
                  <a:miter lim="800000"/>
                </a:ln>
              </p:spPr>
              <p:txBody>
                <a:bodyPr vert="horz" wrap="square" lIns="91440" tIns="45720" rIns="91440" bIns="45720" numCol="1" anchor="t" anchorCtr="0" compatLnSpc="1"/>
                <a:lstStyle/>
                <a:p>
                  <a:endParaRPr lang="zh-CN" altLang="en-US">
                    <a:cs typeface="+mn-ea"/>
                    <a:sym typeface="+mn-lt"/>
                  </a:endParaRPr>
                </a:p>
              </p:txBody>
            </p:sp>
            <p:sp>
              <p:nvSpPr>
                <p:cNvPr id="70" name="ïṣļíḓé"/>
                <p:cNvSpPr/>
                <p:nvPr/>
              </p:nvSpPr>
              <p:spPr bwMode="auto">
                <a:xfrm>
                  <a:off x="7885896" y="2967426"/>
                  <a:ext cx="104302" cy="104302"/>
                </a:xfrm>
                <a:prstGeom prst="rect">
                  <a:avLst/>
                </a:prstGeom>
                <a:solidFill>
                  <a:srgbClr val="E6E6E6"/>
                </a:solidFill>
                <a:ln w="0">
                  <a:noFill/>
                  <a:miter lim="800000"/>
                </a:ln>
              </p:spPr>
              <p:txBody>
                <a:bodyPr vert="horz" wrap="square" lIns="91440" tIns="45720" rIns="91440" bIns="45720" numCol="1" anchor="t" anchorCtr="0" compatLnSpc="1"/>
                <a:lstStyle/>
                <a:p>
                  <a:endParaRPr lang="zh-CN" altLang="en-US">
                    <a:cs typeface="+mn-ea"/>
                    <a:sym typeface="+mn-lt"/>
                  </a:endParaRPr>
                </a:p>
              </p:txBody>
            </p:sp>
            <p:sp>
              <p:nvSpPr>
                <p:cNvPr id="71" name="íşľïḍe"/>
                <p:cNvSpPr/>
                <p:nvPr/>
              </p:nvSpPr>
              <p:spPr bwMode="auto">
                <a:xfrm>
                  <a:off x="7885896" y="3135701"/>
                  <a:ext cx="104302" cy="104302"/>
                </a:xfrm>
                <a:prstGeom prst="rect">
                  <a:avLst/>
                </a:prstGeom>
                <a:solidFill>
                  <a:srgbClr val="E6E6E6"/>
                </a:solidFill>
                <a:ln w="0">
                  <a:noFill/>
                  <a:miter lim="800000"/>
                </a:ln>
              </p:spPr>
              <p:txBody>
                <a:bodyPr vert="horz" wrap="square" lIns="91440" tIns="45720" rIns="91440" bIns="45720" numCol="1" anchor="t" anchorCtr="0" compatLnSpc="1"/>
                <a:lstStyle/>
                <a:p>
                  <a:endParaRPr lang="zh-CN" altLang="en-US">
                    <a:cs typeface="+mn-ea"/>
                    <a:sym typeface="+mn-lt"/>
                  </a:endParaRPr>
                </a:p>
              </p:txBody>
            </p:sp>
            <p:sp>
              <p:nvSpPr>
                <p:cNvPr id="72" name="iṣ1íďe"/>
                <p:cNvSpPr/>
                <p:nvPr/>
              </p:nvSpPr>
              <p:spPr bwMode="auto">
                <a:xfrm>
                  <a:off x="10382188" y="2703195"/>
                  <a:ext cx="346283" cy="346283"/>
                </a:xfrm>
                <a:prstGeom prst="rect">
                  <a:avLst/>
                </a:prstGeom>
                <a:solidFill>
                  <a:srgbClr val="E6E6E6"/>
                </a:solidFill>
                <a:ln w="0">
                  <a:noFill/>
                  <a:miter lim="800000"/>
                </a:ln>
              </p:spPr>
              <p:txBody>
                <a:bodyPr vert="horz" wrap="square" lIns="91440" tIns="45720" rIns="91440" bIns="45720" numCol="1" anchor="t" anchorCtr="0" compatLnSpc="1"/>
                <a:lstStyle/>
                <a:p>
                  <a:endParaRPr lang="zh-CN" altLang="en-US">
                    <a:cs typeface="+mn-ea"/>
                    <a:sym typeface="+mn-lt"/>
                  </a:endParaRPr>
                </a:p>
              </p:txBody>
            </p:sp>
            <p:sp>
              <p:nvSpPr>
                <p:cNvPr id="73" name="íŝľïďè"/>
                <p:cNvSpPr/>
                <p:nvPr/>
              </p:nvSpPr>
              <p:spPr bwMode="auto">
                <a:xfrm>
                  <a:off x="7273991" y="3516750"/>
                  <a:ext cx="4016320" cy="1038848"/>
                </a:xfrm>
                <a:prstGeom prst="rect">
                  <a:avLst/>
                </a:prstGeom>
                <a:solidFill>
                  <a:srgbClr val="FFFFFF"/>
                </a:solidFill>
                <a:ln w="0">
                  <a:noFill/>
                  <a:miter lim="800000"/>
                </a:ln>
              </p:spPr>
              <p:txBody>
                <a:bodyPr vert="horz" wrap="square" lIns="91440" tIns="45720" rIns="91440" bIns="45720" numCol="1" anchor="t" anchorCtr="0" compatLnSpc="1"/>
                <a:lstStyle/>
                <a:p>
                  <a:endParaRPr lang="zh-CN" altLang="en-US">
                    <a:cs typeface="+mn-ea"/>
                    <a:sym typeface="+mn-lt"/>
                  </a:endParaRPr>
                </a:p>
              </p:txBody>
            </p:sp>
            <p:sp>
              <p:nvSpPr>
                <p:cNvPr id="74" name="ïṥḷiḓê"/>
                <p:cNvSpPr/>
                <p:nvPr/>
              </p:nvSpPr>
              <p:spPr bwMode="auto">
                <a:xfrm>
                  <a:off x="8063904" y="3608536"/>
                  <a:ext cx="104302" cy="104302"/>
                </a:xfrm>
                <a:prstGeom prst="rect">
                  <a:avLst/>
                </a:prstGeom>
                <a:solidFill>
                  <a:srgbClr val="E6E6E6"/>
                </a:solidFill>
                <a:ln w="0">
                  <a:noFill/>
                  <a:miter lim="800000"/>
                </a:ln>
              </p:spPr>
              <p:txBody>
                <a:bodyPr vert="horz" wrap="square" lIns="91440" tIns="45720" rIns="91440" bIns="45720" numCol="1" anchor="t" anchorCtr="0" compatLnSpc="1"/>
                <a:lstStyle/>
                <a:p>
                  <a:endParaRPr lang="zh-CN" altLang="en-US">
                    <a:cs typeface="+mn-ea"/>
                    <a:sym typeface="+mn-lt"/>
                  </a:endParaRPr>
                </a:p>
              </p:txBody>
            </p:sp>
            <p:sp>
              <p:nvSpPr>
                <p:cNvPr id="75" name="iSļiďê"/>
                <p:cNvSpPr/>
                <p:nvPr/>
              </p:nvSpPr>
              <p:spPr bwMode="auto">
                <a:xfrm>
                  <a:off x="7885896" y="3608536"/>
                  <a:ext cx="104302" cy="104302"/>
                </a:xfrm>
                <a:prstGeom prst="rect">
                  <a:avLst/>
                </a:prstGeom>
                <a:solidFill>
                  <a:schemeClr val="accent4"/>
                </a:solidFill>
                <a:ln w="0">
                  <a:noFill/>
                  <a:miter lim="800000"/>
                </a:ln>
              </p:spPr>
              <p:txBody>
                <a:bodyPr vert="horz" wrap="square" lIns="91440" tIns="45720" rIns="91440" bIns="45720" numCol="1" anchor="t" anchorCtr="0" compatLnSpc="1"/>
                <a:lstStyle/>
                <a:p>
                  <a:endParaRPr lang="zh-CN" altLang="en-US">
                    <a:cs typeface="+mn-ea"/>
                    <a:sym typeface="+mn-lt"/>
                  </a:endParaRPr>
                </a:p>
              </p:txBody>
            </p:sp>
            <p:sp>
              <p:nvSpPr>
                <p:cNvPr id="76" name="íṧlíḓê"/>
                <p:cNvSpPr/>
                <p:nvPr/>
              </p:nvSpPr>
              <p:spPr bwMode="auto">
                <a:xfrm>
                  <a:off x="10382188" y="3833828"/>
                  <a:ext cx="346283" cy="346283"/>
                </a:xfrm>
                <a:prstGeom prst="rect">
                  <a:avLst/>
                </a:prstGeom>
                <a:solidFill>
                  <a:srgbClr val="E6E6E6"/>
                </a:solidFill>
                <a:ln w="0">
                  <a:noFill/>
                  <a:miter lim="800000"/>
                </a:ln>
              </p:spPr>
              <p:txBody>
                <a:bodyPr vert="horz" wrap="square" lIns="91440" tIns="45720" rIns="91440" bIns="45720" numCol="1" anchor="t" anchorCtr="0" compatLnSpc="1"/>
                <a:lstStyle/>
                <a:p>
                  <a:endParaRPr lang="zh-CN" altLang="en-US">
                    <a:cs typeface="+mn-ea"/>
                    <a:sym typeface="+mn-lt"/>
                  </a:endParaRPr>
                </a:p>
              </p:txBody>
            </p:sp>
            <p:sp>
              <p:nvSpPr>
                <p:cNvPr id="77" name="ïšlîďê"/>
                <p:cNvSpPr/>
                <p:nvPr/>
              </p:nvSpPr>
              <p:spPr bwMode="auto">
                <a:xfrm>
                  <a:off x="7870598" y="4059121"/>
                  <a:ext cx="346283" cy="346283"/>
                </a:xfrm>
                <a:prstGeom prst="rect">
                  <a:avLst/>
                </a:prstGeom>
                <a:solidFill>
                  <a:srgbClr val="E6E6E6"/>
                </a:solidFill>
                <a:ln w="0">
                  <a:noFill/>
                  <a:miter lim="800000"/>
                </a:ln>
              </p:spPr>
              <p:txBody>
                <a:bodyPr vert="horz" wrap="square" lIns="91440" tIns="45720" rIns="91440" bIns="45720" numCol="1" anchor="t" anchorCtr="0" compatLnSpc="1"/>
                <a:lstStyle/>
                <a:p>
                  <a:endParaRPr lang="zh-CN" altLang="en-US">
                    <a:cs typeface="+mn-ea"/>
                    <a:sym typeface="+mn-lt"/>
                  </a:endParaRPr>
                </a:p>
              </p:txBody>
            </p:sp>
            <p:sp>
              <p:nvSpPr>
                <p:cNvPr id="78" name="îsḷïḓé"/>
                <p:cNvSpPr/>
                <p:nvPr/>
              </p:nvSpPr>
              <p:spPr bwMode="auto">
                <a:xfrm>
                  <a:off x="7150219" y="1989770"/>
                  <a:ext cx="4259692" cy="179400"/>
                </a:xfrm>
                <a:prstGeom prst="rect">
                  <a:avLst/>
                </a:prstGeom>
                <a:solidFill>
                  <a:schemeClr val="accent1"/>
                </a:solidFill>
                <a:ln w="0">
                  <a:noFill/>
                  <a:miter lim="800000"/>
                </a:ln>
              </p:spPr>
              <p:txBody>
                <a:bodyPr vert="horz" wrap="square" lIns="91440" tIns="45720" rIns="91440" bIns="45720" numCol="1" anchor="t" anchorCtr="0" compatLnSpc="1"/>
                <a:lstStyle/>
                <a:p>
                  <a:endParaRPr lang="zh-CN" altLang="en-US" dirty="0">
                    <a:cs typeface="+mn-ea"/>
                    <a:sym typeface="+mn-lt"/>
                  </a:endParaRPr>
                </a:p>
              </p:txBody>
            </p:sp>
            <p:sp>
              <p:nvSpPr>
                <p:cNvPr id="79" name="iSḷiḑe"/>
                <p:cNvSpPr/>
                <p:nvPr/>
              </p:nvSpPr>
              <p:spPr bwMode="auto">
                <a:xfrm>
                  <a:off x="7251740" y="2048179"/>
                  <a:ext cx="66753" cy="66753"/>
                </a:xfrm>
                <a:prstGeom prst="ellipse">
                  <a:avLst/>
                </a:prstGeom>
                <a:solidFill>
                  <a:srgbClr val="FFFFFF"/>
                </a:solidFill>
                <a:ln w="0">
                  <a:noFill/>
                  <a:round/>
                </a:ln>
              </p:spPr>
              <p:txBody>
                <a:bodyPr vert="horz" wrap="square" lIns="91440" tIns="45720" rIns="91440" bIns="45720" numCol="1" anchor="t" anchorCtr="0" compatLnSpc="1"/>
                <a:lstStyle/>
                <a:p>
                  <a:endParaRPr lang="zh-CN" altLang="en-US">
                    <a:cs typeface="+mn-ea"/>
                    <a:sym typeface="+mn-lt"/>
                  </a:endParaRPr>
                </a:p>
              </p:txBody>
            </p:sp>
            <p:sp>
              <p:nvSpPr>
                <p:cNvPr id="80" name="îślíďè"/>
                <p:cNvSpPr/>
                <p:nvPr/>
              </p:nvSpPr>
              <p:spPr bwMode="auto">
                <a:xfrm>
                  <a:off x="7378293" y="2048179"/>
                  <a:ext cx="66753" cy="66753"/>
                </a:xfrm>
                <a:prstGeom prst="ellipse">
                  <a:avLst/>
                </a:prstGeom>
                <a:solidFill>
                  <a:srgbClr val="FFFFFF"/>
                </a:solidFill>
                <a:ln w="0">
                  <a:noFill/>
                  <a:round/>
                </a:ln>
              </p:spPr>
              <p:txBody>
                <a:bodyPr vert="horz" wrap="square" lIns="91440" tIns="45720" rIns="91440" bIns="45720" numCol="1" anchor="t" anchorCtr="0" compatLnSpc="1"/>
                <a:lstStyle/>
                <a:p>
                  <a:endParaRPr lang="zh-CN" altLang="en-US">
                    <a:cs typeface="+mn-ea"/>
                    <a:sym typeface="+mn-lt"/>
                  </a:endParaRPr>
                </a:p>
              </p:txBody>
            </p:sp>
            <p:sp>
              <p:nvSpPr>
                <p:cNvPr id="81" name="îşļiḓe"/>
                <p:cNvSpPr/>
                <p:nvPr/>
              </p:nvSpPr>
              <p:spPr bwMode="auto">
                <a:xfrm>
                  <a:off x="7506236" y="2048179"/>
                  <a:ext cx="66753" cy="66753"/>
                </a:xfrm>
                <a:prstGeom prst="ellipse">
                  <a:avLst/>
                </a:prstGeom>
                <a:solidFill>
                  <a:srgbClr val="FFFFFF"/>
                </a:solidFill>
                <a:ln w="0">
                  <a:noFill/>
                  <a:round/>
                </a:ln>
              </p:spPr>
              <p:txBody>
                <a:bodyPr vert="horz" wrap="square" lIns="91440" tIns="45720" rIns="91440" bIns="45720" numCol="1" anchor="t" anchorCtr="0" compatLnSpc="1"/>
                <a:lstStyle/>
                <a:p>
                  <a:endParaRPr lang="zh-CN" altLang="en-US">
                    <a:cs typeface="+mn-ea"/>
                    <a:sym typeface="+mn-lt"/>
                  </a:endParaRPr>
                </a:p>
              </p:txBody>
            </p:sp>
          </p:grpSp>
          <p:grpSp>
            <p:nvGrpSpPr>
              <p:cNvPr id="12" name="ïş1îḓe"/>
              <p:cNvGrpSpPr/>
              <p:nvPr/>
            </p:nvGrpSpPr>
            <p:grpSpPr>
              <a:xfrm>
                <a:off x="7551669" y="1291007"/>
                <a:ext cx="1439536" cy="898086"/>
                <a:chOff x="7551669" y="1291007"/>
                <a:chExt cx="1439536" cy="898086"/>
              </a:xfrm>
            </p:grpSpPr>
            <p:sp>
              <p:nvSpPr>
                <p:cNvPr id="48" name="isļïḑé"/>
                <p:cNvSpPr/>
                <p:nvPr/>
              </p:nvSpPr>
              <p:spPr>
                <a:xfrm>
                  <a:off x="7737785" y="1555612"/>
                  <a:ext cx="1151863" cy="633481"/>
                </a:xfrm>
                <a:custGeom>
                  <a:avLst/>
                  <a:gdLst>
                    <a:gd name="connsiteX0" fmla="*/ 1070811 w 1151863"/>
                    <a:gd name="connsiteY0" fmla="*/ 504 h 633481"/>
                    <a:gd name="connsiteX1" fmla="*/ 93546 w 1151863"/>
                    <a:gd name="connsiteY1" fmla="*/ 504 h 633481"/>
                    <a:gd name="connsiteX2" fmla="*/ -371 w 1151863"/>
                    <a:gd name="connsiteY2" fmla="*/ 95745 h 633481"/>
                    <a:gd name="connsiteX3" fmla="*/ -371 w 1151863"/>
                    <a:gd name="connsiteY3" fmla="*/ 95754 h 633481"/>
                    <a:gd name="connsiteX4" fmla="*/ -371 w 1151863"/>
                    <a:gd name="connsiteY4" fmla="*/ 616391 h 633481"/>
                    <a:gd name="connsiteX5" fmla="*/ 16708 w 1151863"/>
                    <a:gd name="connsiteY5" fmla="*/ 633984 h 633481"/>
                    <a:gd name="connsiteX6" fmla="*/ 29538 w 1151863"/>
                    <a:gd name="connsiteY6" fmla="*/ 628583 h 633481"/>
                    <a:gd name="connsiteX7" fmla="*/ 122692 w 1151863"/>
                    <a:gd name="connsiteY7" fmla="*/ 530666 h 633481"/>
                    <a:gd name="connsiteX8" fmla="*/ 154411 w 1151863"/>
                    <a:gd name="connsiteY8" fmla="*/ 517045 h 633481"/>
                    <a:gd name="connsiteX9" fmla="*/ 1070335 w 1151863"/>
                    <a:gd name="connsiteY9" fmla="*/ 515997 h 633481"/>
                    <a:gd name="connsiteX10" fmla="*/ 1151487 w 1151863"/>
                    <a:gd name="connsiteY10" fmla="*/ 433892 h 633481"/>
                    <a:gd name="connsiteX11" fmla="*/ 1151487 w 1151863"/>
                    <a:gd name="connsiteY11" fmla="*/ 433892 h 633481"/>
                    <a:gd name="connsiteX12" fmla="*/ 1151487 w 1151863"/>
                    <a:gd name="connsiteY12" fmla="*/ 82800 h 633481"/>
                    <a:gd name="connsiteX13" fmla="*/ 1070811 w 1151863"/>
                    <a:gd name="connsiteY13" fmla="*/ 504 h 633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1863" h="633481">
                      <a:moveTo>
                        <a:pt x="1070811" y="504"/>
                      </a:moveTo>
                      <a:lnTo>
                        <a:pt x="93546" y="504"/>
                      </a:lnTo>
                      <a:cubicBezTo>
                        <a:pt x="41311" y="866"/>
                        <a:pt x="-742" y="43510"/>
                        <a:pt x="-371" y="95745"/>
                      </a:cubicBezTo>
                      <a:cubicBezTo>
                        <a:pt x="-371" y="95754"/>
                        <a:pt x="-371" y="95754"/>
                        <a:pt x="-371" y="95754"/>
                      </a:cubicBezTo>
                      <a:lnTo>
                        <a:pt x="-371" y="616391"/>
                      </a:lnTo>
                      <a:cubicBezTo>
                        <a:pt x="-514" y="625963"/>
                        <a:pt x="7135" y="633841"/>
                        <a:pt x="16708" y="633984"/>
                      </a:cubicBezTo>
                      <a:cubicBezTo>
                        <a:pt x="21546" y="634060"/>
                        <a:pt x="26204" y="632098"/>
                        <a:pt x="29538" y="628583"/>
                      </a:cubicBezTo>
                      <a:lnTo>
                        <a:pt x="122692" y="530666"/>
                      </a:lnTo>
                      <a:cubicBezTo>
                        <a:pt x="130979" y="522017"/>
                        <a:pt x="142428" y="517102"/>
                        <a:pt x="154411" y="517045"/>
                      </a:cubicBezTo>
                      <a:lnTo>
                        <a:pt x="1070335" y="515997"/>
                      </a:lnTo>
                      <a:cubicBezTo>
                        <a:pt x="1115417" y="515731"/>
                        <a:pt x="1151754" y="478974"/>
                        <a:pt x="1151487" y="433892"/>
                      </a:cubicBezTo>
                      <a:cubicBezTo>
                        <a:pt x="1151487" y="433892"/>
                        <a:pt x="1151487" y="433892"/>
                        <a:pt x="1151487" y="433892"/>
                      </a:cubicBezTo>
                      <a:lnTo>
                        <a:pt x="1151487" y="82800"/>
                      </a:lnTo>
                      <a:cubicBezTo>
                        <a:pt x="1151859" y="37823"/>
                        <a:pt x="1115779" y="1028"/>
                        <a:pt x="1070811" y="504"/>
                      </a:cubicBezTo>
                      <a:close/>
                    </a:path>
                  </a:pathLst>
                </a:custGeom>
                <a:solidFill>
                  <a:srgbClr val="FFB32B"/>
                </a:solidFill>
                <a:ln w="9525" cap="flat">
                  <a:noFill/>
                  <a:prstDash val="solid"/>
                  <a:miter/>
                </a:ln>
              </p:spPr>
              <p:txBody>
                <a:bodyPr rtlCol="0" anchor="ctr"/>
                <a:lstStyle/>
                <a:p>
                  <a:endParaRPr lang="zh-CN" altLang="en-US">
                    <a:cs typeface="+mn-ea"/>
                    <a:sym typeface="+mn-lt"/>
                  </a:endParaRPr>
                </a:p>
              </p:txBody>
            </p:sp>
            <p:sp>
              <p:nvSpPr>
                <p:cNvPr id="49" name="íSľïďê"/>
                <p:cNvSpPr/>
                <p:nvPr/>
              </p:nvSpPr>
              <p:spPr>
                <a:xfrm>
                  <a:off x="7976960" y="1731444"/>
                  <a:ext cx="435101" cy="19050"/>
                </a:xfrm>
                <a:custGeom>
                  <a:avLst/>
                  <a:gdLst>
                    <a:gd name="connsiteX0" fmla="*/ 425204 w 435101"/>
                    <a:gd name="connsiteY0" fmla="*/ 19554 h 19050"/>
                    <a:gd name="connsiteX1" fmla="*/ 9152 w 435101"/>
                    <a:gd name="connsiteY1" fmla="*/ 19554 h 19050"/>
                    <a:gd name="connsiteX2" fmla="*/ -373 w 435101"/>
                    <a:gd name="connsiteY2" fmla="*/ 10029 h 19050"/>
                    <a:gd name="connsiteX3" fmla="*/ 9152 w 435101"/>
                    <a:gd name="connsiteY3" fmla="*/ 504 h 19050"/>
                    <a:gd name="connsiteX4" fmla="*/ 425204 w 435101"/>
                    <a:gd name="connsiteY4" fmla="*/ 504 h 19050"/>
                    <a:gd name="connsiteX5" fmla="*/ 434729 w 435101"/>
                    <a:gd name="connsiteY5" fmla="*/ 10029 h 19050"/>
                    <a:gd name="connsiteX6" fmla="*/ 425204 w 435101"/>
                    <a:gd name="connsiteY6" fmla="*/ 19554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5101" h="19050">
                      <a:moveTo>
                        <a:pt x="425204" y="19554"/>
                      </a:moveTo>
                      <a:lnTo>
                        <a:pt x="9152" y="19554"/>
                      </a:lnTo>
                      <a:cubicBezTo>
                        <a:pt x="3894" y="19554"/>
                        <a:pt x="-373" y="15287"/>
                        <a:pt x="-373" y="10029"/>
                      </a:cubicBezTo>
                      <a:cubicBezTo>
                        <a:pt x="-373" y="4771"/>
                        <a:pt x="3894" y="504"/>
                        <a:pt x="9152" y="504"/>
                      </a:cubicBezTo>
                      <a:lnTo>
                        <a:pt x="425204" y="504"/>
                      </a:lnTo>
                      <a:cubicBezTo>
                        <a:pt x="430462" y="504"/>
                        <a:pt x="434729" y="4771"/>
                        <a:pt x="434729" y="10029"/>
                      </a:cubicBezTo>
                      <a:cubicBezTo>
                        <a:pt x="434729" y="15287"/>
                        <a:pt x="430462" y="19554"/>
                        <a:pt x="425204" y="19554"/>
                      </a:cubicBezTo>
                      <a:close/>
                    </a:path>
                  </a:pathLst>
                </a:custGeom>
                <a:solidFill>
                  <a:srgbClr val="FFFFFF"/>
                </a:solidFill>
                <a:ln w="9525" cap="flat">
                  <a:noFill/>
                  <a:prstDash val="solid"/>
                  <a:miter/>
                </a:ln>
              </p:spPr>
              <p:txBody>
                <a:bodyPr rtlCol="0" anchor="ctr"/>
                <a:lstStyle/>
                <a:p>
                  <a:endParaRPr lang="zh-CN" altLang="en-US">
                    <a:cs typeface="+mn-ea"/>
                    <a:sym typeface="+mn-lt"/>
                  </a:endParaRPr>
                </a:p>
              </p:txBody>
            </p:sp>
            <p:sp>
              <p:nvSpPr>
                <p:cNvPr id="50" name="iṡliḓè"/>
                <p:cNvSpPr/>
                <p:nvPr/>
              </p:nvSpPr>
              <p:spPr>
                <a:xfrm>
                  <a:off x="8435970" y="1731444"/>
                  <a:ext cx="250412" cy="19050"/>
                </a:xfrm>
                <a:custGeom>
                  <a:avLst/>
                  <a:gdLst>
                    <a:gd name="connsiteX0" fmla="*/ 240514 w 250412"/>
                    <a:gd name="connsiteY0" fmla="*/ 19554 h 19050"/>
                    <a:gd name="connsiteX1" fmla="*/ 9152 w 250412"/>
                    <a:gd name="connsiteY1" fmla="*/ 19554 h 19050"/>
                    <a:gd name="connsiteX2" fmla="*/ -373 w 250412"/>
                    <a:gd name="connsiteY2" fmla="*/ 10029 h 19050"/>
                    <a:gd name="connsiteX3" fmla="*/ 9152 w 250412"/>
                    <a:gd name="connsiteY3" fmla="*/ 504 h 19050"/>
                    <a:gd name="connsiteX4" fmla="*/ 240514 w 250412"/>
                    <a:gd name="connsiteY4" fmla="*/ 504 h 19050"/>
                    <a:gd name="connsiteX5" fmla="*/ 250039 w 250412"/>
                    <a:gd name="connsiteY5" fmla="*/ 10029 h 19050"/>
                    <a:gd name="connsiteX6" fmla="*/ 240514 w 250412"/>
                    <a:gd name="connsiteY6" fmla="*/ 19554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412" h="19050">
                      <a:moveTo>
                        <a:pt x="240514" y="19554"/>
                      </a:moveTo>
                      <a:lnTo>
                        <a:pt x="9152" y="19554"/>
                      </a:lnTo>
                      <a:cubicBezTo>
                        <a:pt x="3894" y="19554"/>
                        <a:pt x="-373" y="15287"/>
                        <a:pt x="-373" y="10029"/>
                      </a:cubicBezTo>
                      <a:cubicBezTo>
                        <a:pt x="-373" y="4771"/>
                        <a:pt x="3894" y="504"/>
                        <a:pt x="9152" y="504"/>
                      </a:cubicBezTo>
                      <a:lnTo>
                        <a:pt x="240514" y="504"/>
                      </a:lnTo>
                      <a:cubicBezTo>
                        <a:pt x="245772" y="504"/>
                        <a:pt x="250039" y="4771"/>
                        <a:pt x="250039" y="10029"/>
                      </a:cubicBezTo>
                      <a:cubicBezTo>
                        <a:pt x="250039" y="15287"/>
                        <a:pt x="245772" y="19554"/>
                        <a:pt x="240514" y="19554"/>
                      </a:cubicBezTo>
                      <a:close/>
                    </a:path>
                  </a:pathLst>
                </a:custGeom>
                <a:solidFill>
                  <a:srgbClr val="FFFFFF"/>
                </a:solidFill>
                <a:ln w="9525" cap="flat">
                  <a:noFill/>
                  <a:prstDash val="solid"/>
                  <a:miter/>
                </a:ln>
              </p:spPr>
              <p:txBody>
                <a:bodyPr rtlCol="0" anchor="ctr"/>
                <a:lstStyle/>
                <a:p>
                  <a:endParaRPr lang="zh-CN" altLang="en-US">
                    <a:cs typeface="+mn-ea"/>
                    <a:sym typeface="+mn-lt"/>
                  </a:endParaRPr>
                </a:p>
              </p:txBody>
            </p:sp>
            <p:sp>
              <p:nvSpPr>
                <p:cNvPr id="51" name="îṥ1ïdê"/>
                <p:cNvSpPr/>
                <p:nvPr/>
              </p:nvSpPr>
              <p:spPr>
                <a:xfrm>
                  <a:off x="7976960" y="1815930"/>
                  <a:ext cx="267557" cy="19050"/>
                </a:xfrm>
                <a:custGeom>
                  <a:avLst/>
                  <a:gdLst>
                    <a:gd name="connsiteX0" fmla="*/ 257659 w 267557"/>
                    <a:gd name="connsiteY0" fmla="*/ 19554 h 19050"/>
                    <a:gd name="connsiteX1" fmla="*/ 9152 w 267557"/>
                    <a:gd name="connsiteY1" fmla="*/ 19554 h 19050"/>
                    <a:gd name="connsiteX2" fmla="*/ -373 w 267557"/>
                    <a:gd name="connsiteY2" fmla="*/ 10029 h 19050"/>
                    <a:gd name="connsiteX3" fmla="*/ 9152 w 267557"/>
                    <a:gd name="connsiteY3" fmla="*/ 504 h 19050"/>
                    <a:gd name="connsiteX4" fmla="*/ 257659 w 267557"/>
                    <a:gd name="connsiteY4" fmla="*/ 504 h 19050"/>
                    <a:gd name="connsiteX5" fmla="*/ 267184 w 267557"/>
                    <a:gd name="connsiteY5" fmla="*/ 10029 h 19050"/>
                    <a:gd name="connsiteX6" fmla="*/ 257659 w 267557"/>
                    <a:gd name="connsiteY6" fmla="*/ 19554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557" h="19050">
                      <a:moveTo>
                        <a:pt x="257659" y="19554"/>
                      </a:moveTo>
                      <a:lnTo>
                        <a:pt x="9152" y="19554"/>
                      </a:lnTo>
                      <a:cubicBezTo>
                        <a:pt x="3894" y="19554"/>
                        <a:pt x="-373" y="15287"/>
                        <a:pt x="-373" y="10029"/>
                      </a:cubicBezTo>
                      <a:cubicBezTo>
                        <a:pt x="-373" y="4771"/>
                        <a:pt x="3894" y="504"/>
                        <a:pt x="9152" y="504"/>
                      </a:cubicBezTo>
                      <a:lnTo>
                        <a:pt x="257659" y="504"/>
                      </a:lnTo>
                      <a:cubicBezTo>
                        <a:pt x="262917" y="504"/>
                        <a:pt x="267184" y="4771"/>
                        <a:pt x="267184" y="10029"/>
                      </a:cubicBezTo>
                      <a:cubicBezTo>
                        <a:pt x="267184" y="15287"/>
                        <a:pt x="262917" y="19554"/>
                        <a:pt x="257659" y="19554"/>
                      </a:cubicBezTo>
                      <a:close/>
                    </a:path>
                  </a:pathLst>
                </a:custGeom>
                <a:solidFill>
                  <a:srgbClr val="FFFFFF"/>
                </a:solidFill>
                <a:ln w="9525" cap="flat">
                  <a:noFill/>
                  <a:prstDash val="solid"/>
                  <a:miter/>
                </a:ln>
              </p:spPr>
              <p:txBody>
                <a:bodyPr rtlCol="0" anchor="ctr"/>
                <a:lstStyle/>
                <a:p>
                  <a:endParaRPr lang="zh-CN" altLang="en-US">
                    <a:cs typeface="+mn-ea"/>
                    <a:sym typeface="+mn-lt"/>
                  </a:endParaRPr>
                </a:p>
              </p:txBody>
            </p:sp>
            <p:sp>
              <p:nvSpPr>
                <p:cNvPr id="52" name="iślîḋé"/>
                <p:cNvSpPr/>
                <p:nvPr/>
              </p:nvSpPr>
              <p:spPr>
                <a:xfrm>
                  <a:off x="8285094" y="1815930"/>
                  <a:ext cx="393477" cy="19050"/>
                </a:xfrm>
                <a:custGeom>
                  <a:avLst/>
                  <a:gdLst>
                    <a:gd name="connsiteX0" fmla="*/ 383294 w 393477"/>
                    <a:gd name="connsiteY0" fmla="*/ 19554 h 19050"/>
                    <a:gd name="connsiteX1" fmla="*/ 9152 w 393477"/>
                    <a:gd name="connsiteY1" fmla="*/ 19554 h 19050"/>
                    <a:gd name="connsiteX2" fmla="*/ -373 w 393477"/>
                    <a:gd name="connsiteY2" fmla="*/ 10029 h 19050"/>
                    <a:gd name="connsiteX3" fmla="*/ 9152 w 393477"/>
                    <a:gd name="connsiteY3" fmla="*/ 504 h 19050"/>
                    <a:gd name="connsiteX4" fmla="*/ 383580 w 393477"/>
                    <a:gd name="connsiteY4" fmla="*/ 504 h 19050"/>
                    <a:gd name="connsiteX5" fmla="*/ 393105 w 393477"/>
                    <a:gd name="connsiteY5" fmla="*/ 10029 h 19050"/>
                    <a:gd name="connsiteX6" fmla="*/ 383580 w 393477"/>
                    <a:gd name="connsiteY6" fmla="*/ 19554 h 19050"/>
                    <a:gd name="connsiteX7" fmla="*/ 383294 w 393477"/>
                    <a:gd name="connsiteY7" fmla="*/ 19554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3477" h="19050">
                      <a:moveTo>
                        <a:pt x="383294" y="19554"/>
                      </a:moveTo>
                      <a:lnTo>
                        <a:pt x="9152" y="19554"/>
                      </a:lnTo>
                      <a:cubicBezTo>
                        <a:pt x="3894" y="19554"/>
                        <a:pt x="-373" y="15287"/>
                        <a:pt x="-373" y="10029"/>
                      </a:cubicBezTo>
                      <a:cubicBezTo>
                        <a:pt x="-373" y="4771"/>
                        <a:pt x="3894" y="504"/>
                        <a:pt x="9152" y="504"/>
                      </a:cubicBezTo>
                      <a:lnTo>
                        <a:pt x="383580" y="504"/>
                      </a:lnTo>
                      <a:cubicBezTo>
                        <a:pt x="388838" y="504"/>
                        <a:pt x="393105" y="4771"/>
                        <a:pt x="393105" y="10029"/>
                      </a:cubicBezTo>
                      <a:cubicBezTo>
                        <a:pt x="393105" y="15287"/>
                        <a:pt x="388847" y="19554"/>
                        <a:pt x="383580" y="19554"/>
                      </a:cubicBezTo>
                      <a:cubicBezTo>
                        <a:pt x="383484" y="19554"/>
                        <a:pt x="383389" y="19554"/>
                        <a:pt x="383294" y="19554"/>
                      </a:cubicBezTo>
                      <a:close/>
                    </a:path>
                  </a:pathLst>
                </a:custGeom>
                <a:solidFill>
                  <a:srgbClr val="FFFFFF"/>
                </a:solidFill>
                <a:ln w="9525" cap="flat">
                  <a:noFill/>
                  <a:prstDash val="solid"/>
                  <a:miter/>
                </a:ln>
              </p:spPr>
              <p:txBody>
                <a:bodyPr rtlCol="0" anchor="ctr"/>
                <a:lstStyle/>
                <a:p>
                  <a:endParaRPr lang="zh-CN" altLang="en-US">
                    <a:cs typeface="+mn-ea"/>
                    <a:sym typeface="+mn-lt"/>
                  </a:endParaRPr>
                </a:p>
              </p:txBody>
            </p:sp>
            <p:sp>
              <p:nvSpPr>
                <p:cNvPr id="53" name="îŝlîďè"/>
                <p:cNvSpPr/>
                <p:nvPr/>
              </p:nvSpPr>
              <p:spPr>
                <a:xfrm>
                  <a:off x="7976960" y="1900512"/>
                  <a:ext cx="414908" cy="19050"/>
                </a:xfrm>
                <a:custGeom>
                  <a:avLst/>
                  <a:gdLst>
                    <a:gd name="connsiteX0" fmla="*/ 405011 w 414908"/>
                    <a:gd name="connsiteY0" fmla="*/ 19554 h 19050"/>
                    <a:gd name="connsiteX1" fmla="*/ 9152 w 414908"/>
                    <a:gd name="connsiteY1" fmla="*/ 19554 h 19050"/>
                    <a:gd name="connsiteX2" fmla="*/ -373 w 414908"/>
                    <a:gd name="connsiteY2" fmla="*/ 10029 h 19050"/>
                    <a:gd name="connsiteX3" fmla="*/ 9152 w 414908"/>
                    <a:gd name="connsiteY3" fmla="*/ 504 h 19050"/>
                    <a:gd name="connsiteX4" fmla="*/ 405011 w 414908"/>
                    <a:gd name="connsiteY4" fmla="*/ 504 h 19050"/>
                    <a:gd name="connsiteX5" fmla="*/ 414536 w 414908"/>
                    <a:gd name="connsiteY5" fmla="*/ 10029 h 19050"/>
                    <a:gd name="connsiteX6" fmla="*/ 405011 w 414908"/>
                    <a:gd name="connsiteY6" fmla="*/ 19554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4908" h="19050">
                      <a:moveTo>
                        <a:pt x="405011" y="19554"/>
                      </a:moveTo>
                      <a:lnTo>
                        <a:pt x="9152" y="19554"/>
                      </a:lnTo>
                      <a:cubicBezTo>
                        <a:pt x="3894" y="19554"/>
                        <a:pt x="-373" y="15287"/>
                        <a:pt x="-373" y="10029"/>
                      </a:cubicBezTo>
                      <a:cubicBezTo>
                        <a:pt x="-373" y="4771"/>
                        <a:pt x="3894" y="504"/>
                        <a:pt x="9152" y="504"/>
                      </a:cubicBezTo>
                      <a:lnTo>
                        <a:pt x="405011" y="504"/>
                      </a:lnTo>
                      <a:cubicBezTo>
                        <a:pt x="410269" y="504"/>
                        <a:pt x="414536" y="4771"/>
                        <a:pt x="414536" y="10029"/>
                      </a:cubicBezTo>
                      <a:cubicBezTo>
                        <a:pt x="414536" y="15287"/>
                        <a:pt x="410269" y="19554"/>
                        <a:pt x="405011" y="19554"/>
                      </a:cubicBezTo>
                      <a:close/>
                    </a:path>
                  </a:pathLst>
                </a:custGeom>
                <a:solidFill>
                  <a:srgbClr val="FFFFFF"/>
                </a:solidFill>
                <a:ln w="9525" cap="flat">
                  <a:noFill/>
                  <a:prstDash val="solid"/>
                  <a:miter/>
                </a:ln>
              </p:spPr>
              <p:txBody>
                <a:bodyPr rtlCol="0" anchor="ctr"/>
                <a:lstStyle/>
                <a:p>
                  <a:endParaRPr lang="zh-CN" altLang="en-US">
                    <a:cs typeface="+mn-ea"/>
                    <a:sym typeface="+mn-lt"/>
                  </a:endParaRPr>
                </a:p>
              </p:txBody>
            </p:sp>
            <p:sp>
              <p:nvSpPr>
                <p:cNvPr id="54" name="îṧļîdê"/>
                <p:cNvSpPr/>
                <p:nvPr/>
              </p:nvSpPr>
              <p:spPr>
                <a:xfrm>
                  <a:off x="7551669" y="1291007"/>
                  <a:ext cx="398049" cy="402006"/>
                </a:xfrm>
                <a:custGeom>
                  <a:avLst/>
                  <a:gdLst>
                    <a:gd name="connsiteX0" fmla="*/ 57825 w 398049"/>
                    <a:gd name="connsiteY0" fmla="*/ 328450 h 402006"/>
                    <a:gd name="connsiteX1" fmla="*/ 298426 w 398049"/>
                    <a:gd name="connsiteY1" fmla="*/ 328450 h 402006"/>
                    <a:gd name="connsiteX2" fmla="*/ 318810 w 398049"/>
                    <a:gd name="connsiteY2" fmla="*/ 337118 h 402006"/>
                    <a:gd name="connsiteX3" fmla="*/ 378627 w 398049"/>
                    <a:gd name="connsiteY3" fmla="*/ 399221 h 402006"/>
                    <a:gd name="connsiteX4" fmla="*/ 394391 w 398049"/>
                    <a:gd name="connsiteY4" fmla="*/ 399278 h 402006"/>
                    <a:gd name="connsiteX5" fmla="*/ 397677 w 398049"/>
                    <a:gd name="connsiteY5" fmla="*/ 391506 h 402006"/>
                    <a:gd name="connsiteX6" fmla="*/ 397677 w 398049"/>
                    <a:gd name="connsiteY6" fmla="*/ 60798 h 402006"/>
                    <a:gd name="connsiteX7" fmla="*/ 337384 w 398049"/>
                    <a:gd name="connsiteY7" fmla="*/ 504 h 402006"/>
                    <a:gd name="connsiteX8" fmla="*/ 337289 w 398049"/>
                    <a:gd name="connsiteY8" fmla="*/ 504 h 402006"/>
                    <a:gd name="connsiteX9" fmla="*/ 48300 w 398049"/>
                    <a:gd name="connsiteY9" fmla="*/ 504 h 402006"/>
                    <a:gd name="connsiteX10" fmla="*/ -373 w 398049"/>
                    <a:gd name="connsiteY10" fmla="*/ 49749 h 402006"/>
                    <a:gd name="connsiteX11" fmla="*/ -373 w 398049"/>
                    <a:gd name="connsiteY11" fmla="*/ 269967 h 402006"/>
                    <a:gd name="connsiteX12" fmla="*/ 57825 w 398049"/>
                    <a:gd name="connsiteY12" fmla="*/ 328450 h 402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8049" h="402006">
                      <a:moveTo>
                        <a:pt x="57825" y="328450"/>
                      </a:moveTo>
                      <a:lnTo>
                        <a:pt x="298426" y="328450"/>
                      </a:lnTo>
                      <a:cubicBezTo>
                        <a:pt x="306113" y="328479"/>
                        <a:pt x="313457" y="331603"/>
                        <a:pt x="318810" y="337118"/>
                      </a:cubicBezTo>
                      <a:lnTo>
                        <a:pt x="378627" y="399221"/>
                      </a:lnTo>
                      <a:cubicBezTo>
                        <a:pt x="382961" y="403583"/>
                        <a:pt x="390019" y="403612"/>
                        <a:pt x="394391" y="399278"/>
                      </a:cubicBezTo>
                      <a:cubicBezTo>
                        <a:pt x="396458" y="397211"/>
                        <a:pt x="397639" y="394430"/>
                        <a:pt x="397677" y="391506"/>
                      </a:cubicBezTo>
                      <a:lnTo>
                        <a:pt x="397677" y="60798"/>
                      </a:lnTo>
                      <a:cubicBezTo>
                        <a:pt x="397677" y="27498"/>
                        <a:pt x="370683" y="504"/>
                        <a:pt x="337384" y="504"/>
                      </a:cubicBezTo>
                      <a:cubicBezTo>
                        <a:pt x="337355" y="504"/>
                        <a:pt x="337317" y="504"/>
                        <a:pt x="337289" y="504"/>
                      </a:cubicBezTo>
                      <a:lnTo>
                        <a:pt x="48300" y="504"/>
                      </a:lnTo>
                      <a:cubicBezTo>
                        <a:pt x="21306" y="761"/>
                        <a:pt x="-430" y="22755"/>
                        <a:pt x="-373" y="49749"/>
                      </a:cubicBezTo>
                      <a:lnTo>
                        <a:pt x="-373" y="269967"/>
                      </a:lnTo>
                      <a:cubicBezTo>
                        <a:pt x="-268" y="302113"/>
                        <a:pt x="25678" y="328193"/>
                        <a:pt x="57825" y="328450"/>
                      </a:cubicBezTo>
                      <a:close/>
                    </a:path>
                  </a:pathLst>
                </a:custGeom>
                <a:solidFill>
                  <a:schemeClr val="accent3"/>
                </a:solidFill>
                <a:ln w="9525" cap="flat">
                  <a:noFill/>
                  <a:prstDash val="solid"/>
                  <a:miter/>
                </a:ln>
              </p:spPr>
              <p:txBody>
                <a:bodyPr rtlCol="0" anchor="ctr"/>
                <a:lstStyle/>
                <a:p>
                  <a:endParaRPr lang="zh-CN" altLang="en-US">
                    <a:cs typeface="+mn-ea"/>
                    <a:sym typeface="+mn-lt"/>
                  </a:endParaRPr>
                </a:p>
              </p:txBody>
            </p:sp>
            <p:sp>
              <p:nvSpPr>
                <p:cNvPr id="55" name="ïṥ1îdè"/>
                <p:cNvSpPr/>
                <p:nvPr/>
              </p:nvSpPr>
              <p:spPr>
                <a:xfrm>
                  <a:off x="7822941" y="1441693"/>
                  <a:ext cx="41148" cy="41148"/>
                </a:xfrm>
                <a:custGeom>
                  <a:avLst/>
                  <a:gdLst>
                    <a:gd name="connsiteX0" fmla="*/ 41148 w 41148"/>
                    <a:gd name="connsiteY0" fmla="*/ 20574 h 41148"/>
                    <a:gd name="connsiteX1" fmla="*/ 20574 w 41148"/>
                    <a:gd name="connsiteY1" fmla="*/ 41148 h 41148"/>
                    <a:gd name="connsiteX2" fmla="*/ 0 w 41148"/>
                    <a:gd name="connsiteY2" fmla="*/ 20574 h 41148"/>
                    <a:gd name="connsiteX3" fmla="*/ 20574 w 41148"/>
                    <a:gd name="connsiteY3" fmla="*/ 0 h 41148"/>
                    <a:gd name="connsiteX4" fmla="*/ 41148 w 41148"/>
                    <a:gd name="connsiteY4" fmla="*/ 20574 h 41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48" h="41148">
                      <a:moveTo>
                        <a:pt x="41148" y="20574"/>
                      </a:moveTo>
                      <a:cubicBezTo>
                        <a:pt x="41148" y="31937"/>
                        <a:pt x="31937" y="41148"/>
                        <a:pt x="20574" y="41148"/>
                      </a:cubicBezTo>
                      <a:cubicBezTo>
                        <a:pt x="9211" y="41148"/>
                        <a:pt x="0" y="31937"/>
                        <a:pt x="0" y="20574"/>
                      </a:cubicBezTo>
                      <a:cubicBezTo>
                        <a:pt x="0" y="9211"/>
                        <a:pt x="9211" y="0"/>
                        <a:pt x="20574" y="0"/>
                      </a:cubicBezTo>
                      <a:cubicBezTo>
                        <a:pt x="31937" y="0"/>
                        <a:pt x="41148" y="9211"/>
                        <a:pt x="41148" y="20574"/>
                      </a:cubicBezTo>
                      <a:close/>
                    </a:path>
                  </a:pathLst>
                </a:custGeom>
                <a:solidFill>
                  <a:srgbClr val="FFFFFF"/>
                </a:solidFill>
                <a:ln w="9525" cap="flat">
                  <a:noFill/>
                  <a:prstDash val="solid"/>
                  <a:miter/>
                </a:ln>
              </p:spPr>
              <p:txBody>
                <a:bodyPr rtlCol="0" anchor="ctr"/>
                <a:lstStyle/>
                <a:p>
                  <a:endParaRPr lang="zh-CN" altLang="en-US">
                    <a:cs typeface="+mn-ea"/>
                    <a:sym typeface="+mn-lt"/>
                  </a:endParaRPr>
                </a:p>
              </p:txBody>
            </p:sp>
            <p:sp>
              <p:nvSpPr>
                <p:cNvPr id="56" name="ïŝlîḓè"/>
                <p:cNvSpPr/>
                <p:nvPr/>
              </p:nvSpPr>
              <p:spPr>
                <a:xfrm>
                  <a:off x="7726453" y="1441693"/>
                  <a:ext cx="41148" cy="41148"/>
                </a:xfrm>
                <a:custGeom>
                  <a:avLst/>
                  <a:gdLst>
                    <a:gd name="connsiteX0" fmla="*/ 41148 w 41148"/>
                    <a:gd name="connsiteY0" fmla="*/ 20574 h 41148"/>
                    <a:gd name="connsiteX1" fmla="*/ 20574 w 41148"/>
                    <a:gd name="connsiteY1" fmla="*/ 41148 h 41148"/>
                    <a:gd name="connsiteX2" fmla="*/ 0 w 41148"/>
                    <a:gd name="connsiteY2" fmla="*/ 20574 h 41148"/>
                    <a:gd name="connsiteX3" fmla="*/ 20574 w 41148"/>
                    <a:gd name="connsiteY3" fmla="*/ 0 h 41148"/>
                    <a:gd name="connsiteX4" fmla="*/ 41148 w 41148"/>
                    <a:gd name="connsiteY4" fmla="*/ 20574 h 41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48" h="41148">
                      <a:moveTo>
                        <a:pt x="41148" y="20574"/>
                      </a:moveTo>
                      <a:cubicBezTo>
                        <a:pt x="41148" y="31937"/>
                        <a:pt x="31937" y="41148"/>
                        <a:pt x="20574" y="41148"/>
                      </a:cubicBezTo>
                      <a:cubicBezTo>
                        <a:pt x="9211" y="41148"/>
                        <a:pt x="0" y="31937"/>
                        <a:pt x="0" y="20574"/>
                      </a:cubicBezTo>
                      <a:cubicBezTo>
                        <a:pt x="0" y="9211"/>
                        <a:pt x="9211" y="0"/>
                        <a:pt x="20574" y="0"/>
                      </a:cubicBezTo>
                      <a:cubicBezTo>
                        <a:pt x="31937" y="0"/>
                        <a:pt x="41148" y="9211"/>
                        <a:pt x="41148" y="20574"/>
                      </a:cubicBezTo>
                      <a:close/>
                    </a:path>
                  </a:pathLst>
                </a:custGeom>
                <a:solidFill>
                  <a:srgbClr val="FFFFFF"/>
                </a:solidFill>
                <a:ln w="9525" cap="flat">
                  <a:noFill/>
                  <a:prstDash val="solid"/>
                  <a:miter/>
                </a:ln>
              </p:spPr>
              <p:txBody>
                <a:bodyPr rtlCol="0" anchor="ctr"/>
                <a:lstStyle/>
                <a:p>
                  <a:endParaRPr lang="zh-CN" altLang="en-US">
                    <a:cs typeface="+mn-ea"/>
                    <a:sym typeface="+mn-lt"/>
                  </a:endParaRPr>
                </a:p>
              </p:txBody>
            </p:sp>
            <p:sp>
              <p:nvSpPr>
                <p:cNvPr id="57" name="iśḻîḑè"/>
                <p:cNvSpPr/>
                <p:nvPr/>
              </p:nvSpPr>
              <p:spPr>
                <a:xfrm>
                  <a:off x="7627583" y="1441693"/>
                  <a:ext cx="41148" cy="41148"/>
                </a:xfrm>
                <a:custGeom>
                  <a:avLst/>
                  <a:gdLst>
                    <a:gd name="connsiteX0" fmla="*/ 41148 w 41148"/>
                    <a:gd name="connsiteY0" fmla="*/ 20574 h 41148"/>
                    <a:gd name="connsiteX1" fmla="*/ 20574 w 41148"/>
                    <a:gd name="connsiteY1" fmla="*/ 41148 h 41148"/>
                    <a:gd name="connsiteX2" fmla="*/ 0 w 41148"/>
                    <a:gd name="connsiteY2" fmla="*/ 20574 h 41148"/>
                    <a:gd name="connsiteX3" fmla="*/ 20574 w 41148"/>
                    <a:gd name="connsiteY3" fmla="*/ 0 h 41148"/>
                    <a:gd name="connsiteX4" fmla="*/ 41148 w 41148"/>
                    <a:gd name="connsiteY4" fmla="*/ 20574 h 41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48" h="41148">
                      <a:moveTo>
                        <a:pt x="41148" y="20574"/>
                      </a:moveTo>
                      <a:cubicBezTo>
                        <a:pt x="41148" y="31937"/>
                        <a:pt x="31937" y="41148"/>
                        <a:pt x="20574" y="41148"/>
                      </a:cubicBezTo>
                      <a:cubicBezTo>
                        <a:pt x="9211" y="41148"/>
                        <a:pt x="0" y="31937"/>
                        <a:pt x="0" y="20574"/>
                      </a:cubicBezTo>
                      <a:cubicBezTo>
                        <a:pt x="0" y="9211"/>
                        <a:pt x="9211" y="0"/>
                        <a:pt x="20574" y="0"/>
                      </a:cubicBezTo>
                      <a:cubicBezTo>
                        <a:pt x="31937" y="0"/>
                        <a:pt x="41148" y="9211"/>
                        <a:pt x="41148" y="20574"/>
                      </a:cubicBezTo>
                      <a:close/>
                    </a:path>
                  </a:pathLst>
                </a:custGeom>
                <a:solidFill>
                  <a:srgbClr val="FFFFFF"/>
                </a:solidFill>
                <a:ln w="9525" cap="flat">
                  <a:noFill/>
                  <a:prstDash val="solid"/>
                  <a:miter/>
                </a:ln>
              </p:spPr>
              <p:txBody>
                <a:bodyPr rtlCol="0" anchor="ctr"/>
                <a:lstStyle/>
                <a:p>
                  <a:endParaRPr lang="zh-CN" altLang="en-US">
                    <a:cs typeface="+mn-ea"/>
                    <a:sym typeface="+mn-lt"/>
                  </a:endParaRPr>
                </a:p>
              </p:txBody>
            </p:sp>
            <p:sp>
              <p:nvSpPr>
                <p:cNvPr id="58" name="íṧḷîḍe"/>
                <p:cNvSpPr/>
                <p:nvPr/>
              </p:nvSpPr>
              <p:spPr>
                <a:xfrm rot="18900000">
                  <a:off x="8733649" y="1476751"/>
                  <a:ext cx="257556" cy="257556"/>
                </a:xfrm>
                <a:custGeom>
                  <a:avLst/>
                  <a:gdLst>
                    <a:gd name="connsiteX0" fmla="*/ 257183 w 257556"/>
                    <a:gd name="connsiteY0" fmla="*/ 129282 h 257556"/>
                    <a:gd name="connsiteX1" fmla="*/ 128405 w 257556"/>
                    <a:gd name="connsiteY1" fmla="*/ 258060 h 257556"/>
                    <a:gd name="connsiteX2" fmla="*/ -373 w 257556"/>
                    <a:gd name="connsiteY2" fmla="*/ 129282 h 257556"/>
                    <a:gd name="connsiteX3" fmla="*/ 128405 w 257556"/>
                    <a:gd name="connsiteY3" fmla="*/ 504 h 257556"/>
                    <a:gd name="connsiteX4" fmla="*/ 257183 w 257556"/>
                    <a:gd name="connsiteY4" fmla="*/ 129282 h 257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556" h="257556">
                      <a:moveTo>
                        <a:pt x="257183" y="129282"/>
                      </a:moveTo>
                      <a:cubicBezTo>
                        <a:pt x="257183" y="200404"/>
                        <a:pt x="199527" y="258060"/>
                        <a:pt x="128405" y="258060"/>
                      </a:cubicBezTo>
                      <a:cubicBezTo>
                        <a:pt x="57283" y="258060"/>
                        <a:pt x="-373" y="200404"/>
                        <a:pt x="-373" y="129282"/>
                      </a:cubicBezTo>
                      <a:cubicBezTo>
                        <a:pt x="-373" y="58160"/>
                        <a:pt x="57283" y="504"/>
                        <a:pt x="128405" y="504"/>
                      </a:cubicBezTo>
                      <a:cubicBezTo>
                        <a:pt x="199527" y="504"/>
                        <a:pt x="257183" y="58160"/>
                        <a:pt x="257183" y="129282"/>
                      </a:cubicBezTo>
                      <a:close/>
                    </a:path>
                  </a:pathLst>
                </a:custGeom>
                <a:solidFill>
                  <a:schemeClr val="accent4"/>
                </a:solidFill>
                <a:ln w="9525" cap="flat">
                  <a:noFill/>
                  <a:prstDash val="solid"/>
                  <a:miter/>
                </a:ln>
              </p:spPr>
              <p:txBody>
                <a:bodyPr rtlCol="0" anchor="ctr"/>
                <a:lstStyle/>
                <a:p>
                  <a:endParaRPr lang="zh-CN" altLang="en-US">
                    <a:cs typeface="+mn-ea"/>
                    <a:sym typeface="+mn-lt"/>
                  </a:endParaRPr>
                </a:p>
              </p:txBody>
            </p:sp>
            <p:sp>
              <p:nvSpPr>
                <p:cNvPr id="59" name="ïṥľïḍê"/>
                <p:cNvSpPr/>
                <p:nvPr/>
              </p:nvSpPr>
              <p:spPr>
                <a:xfrm>
                  <a:off x="8841449" y="1539324"/>
                  <a:ext cx="35718" cy="126301"/>
                </a:xfrm>
                <a:custGeom>
                  <a:avLst/>
                  <a:gdLst>
                    <a:gd name="connsiteX0" fmla="*/ 35346 w 35718"/>
                    <a:gd name="connsiteY0" fmla="*/ 126806 h 126301"/>
                    <a:gd name="connsiteX1" fmla="*/ 17629 w 35718"/>
                    <a:gd name="connsiteY1" fmla="*/ 126806 h 126301"/>
                    <a:gd name="connsiteX2" fmla="*/ 17629 w 35718"/>
                    <a:gd name="connsiteY2" fmla="*/ 19840 h 126301"/>
                    <a:gd name="connsiteX3" fmla="*/ -373 w 35718"/>
                    <a:gd name="connsiteY3" fmla="*/ 30889 h 126301"/>
                    <a:gd name="connsiteX4" fmla="*/ -373 w 35718"/>
                    <a:gd name="connsiteY4" fmla="*/ 12506 h 126301"/>
                    <a:gd name="connsiteX5" fmla="*/ 17629 w 35718"/>
                    <a:gd name="connsiteY5" fmla="*/ 504 h 126301"/>
                    <a:gd name="connsiteX6" fmla="*/ 35346 w 35718"/>
                    <a:gd name="connsiteY6" fmla="*/ 504 h 126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18" h="126301">
                      <a:moveTo>
                        <a:pt x="35346" y="126806"/>
                      </a:moveTo>
                      <a:lnTo>
                        <a:pt x="17629" y="126806"/>
                      </a:lnTo>
                      <a:lnTo>
                        <a:pt x="17629" y="19840"/>
                      </a:lnTo>
                      <a:lnTo>
                        <a:pt x="-373" y="30889"/>
                      </a:lnTo>
                      <a:lnTo>
                        <a:pt x="-373" y="12506"/>
                      </a:lnTo>
                      <a:lnTo>
                        <a:pt x="17629" y="504"/>
                      </a:lnTo>
                      <a:lnTo>
                        <a:pt x="35346" y="504"/>
                      </a:lnTo>
                      <a:close/>
                    </a:path>
                  </a:pathLst>
                </a:custGeom>
                <a:solidFill>
                  <a:srgbClr val="FFFFFF"/>
                </a:solidFill>
                <a:ln w="9525" cap="flat">
                  <a:noFill/>
                  <a:prstDash val="solid"/>
                  <a:miter/>
                </a:ln>
              </p:spPr>
              <p:txBody>
                <a:bodyPr rtlCol="0" anchor="ctr"/>
                <a:lstStyle/>
                <a:p>
                  <a:endParaRPr lang="zh-CN" altLang="en-US">
                    <a:cs typeface="+mn-ea"/>
                    <a:sym typeface="+mn-lt"/>
                  </a:endParaRPr>
                </a:p>
              </p:txBody>
            </p:sp>
          </p:grpSp>
          <p:sp>
            <p:nvSpPr>
              <p:cNvPr id="13" name="îsľiďé"/>
              <p:cNvSpPr/>
              <p:nvPr/>
            </p:nvSpPr>
            <p:spPr bwMode="auto">
              <a:xfrm>
                <a:off x="5589786" y="2894135"/>
                <a:ext cx="1070399" cy="39771"/>
              </a:xfrm>
              <a:prstGeom prst="rect">
                <a:avLst/>
              </a:prstGeom>
              <a:solidFill>
                <a:schemeClr val="accent4"/>
              </a:solidFill>
              <a:ln w="0">
                <a:noFill/>
                <a:miter lim="800000"/>
              </a:ln>
            </p:spPr>
            <p:txBody>
              <a:bodyPr vert="horz" wrap="square" lIns="91440" tIns="45720" rIns="91440" bIns="45720" numCol="1" anchor="t" anchorCtr="0" compatLnSpc="1"/>
              <a:lstStyle/>
              <a:p>
                <a:endParaRPr lang="zh-CN" altLang="en-US">
                  <a:cs typeface="+mn-ea"/>
                  <a:sym typeface="+mn-lt"/>
                </a:endParaRPr>
              </a:p>
            </p:txBody>
          </p:sp>
          <p:sp>
            <p:nvSpPr>
              <p:cNvPr id="14" name="ïṥlïḑé"/>
              <p:cNvSpPr/>
              <p:nvPr/>
            </p:nvSpPr>
            <p:spPr bwMode="auto">
              <a:xfrm>
                <a:off x="5589786" y="3030492"/>
                <a:ext cx="872683" cy="39771"/>
              </a:xfrm>
              <a:prstGeom prst="rect">
                <a:avLst/>
              </a:prstGeom>
              <a:solidFill>
                <a:srgbClr val="E6E6E6"/>
              </a:solidFill>
              <a:ln w="0">
                <a:noFill/>
                <a:miter lim="800000"/>
              </a:ln>
            </p:spPr>
            <p:txBody>
              <a:bodyPr vert="horz" wrap="square" lIns="91440" tIns="45720" rIns="91440" bIns="45720" numCol="1" anchor="t" anchorCtr="0" compatLnSpc="1"/>
              <a:lstStyle/>
              <a:p>
                <a:endParaRPr lang="zh-CN" altLang="en-US">
                  <a:cs typeface="+mn-ea"/>
                  <a:sym typeface="+mn-lt"/>
                </a:endParaRPr>
              </a:p>
            </p:txBody>
          </p:sp>
          <p:sp>
            <p:nvSpPr>
              <p:cNvPr id="15" name="îşḻïḑé"/>
              <p:cNvSpPr/>
              <p:nvPr/>
            </p:nvSpPr>
            <p:spPr bwMode="auto">
              <a:xfrm>
                <a:off x="5589786" y="3166848"/>
                <a:ext cx="509065" cy="39771"/>
              </a:xfrm>
              <a:prstGeom prst="rect">
                <a:avLst/>
              </a:prstGeom>
              <a:solidFill>
                <a:srgbClr val="E6E6E6"/>
              </a:solidFill>
              <a:ln w="0">
                <a:noFill/>
                <a:miter lim="800000"/>
              </a:ln>
            </p:spPr>
            <p:txBody>
              <a:bodyPr vert="horz" wrap="square" lIns="91440" tIns="45720" rIns="91440" bIns="45720" numCol="1" anchor="t" anchorCtr="0" compatLnSpc="1"/>
              <a:lstStyle/>
              <a:p>
                <a:endParaRPr lang="zh-CN" altLang="en-US">
                  <a:cs typeface="+mn-ea"/>
                  <a:sym typeface="+mn-lt"/>
                </a:endParaRPr>
              </a:p>
            </p:txBody>
          </p:sp>
          <p:sp>
            <p:nvSpPr>
              <p:cNvPr id="16" name="íS1íḋè"/>
              <p:cNvSpPr/>
              <p:nvPr/>
            </p:nvSpPr>
            <p:spPr bwMode="auto">
              <a:xfrm>
                <a:off x="5589786" y="3304342"/>
                <a:ext cx="769279" cy="38635"/>
              </a:xfrm>
              <a:prstGeom prst="rect">
                <a:avLst/>
              </a:prstGeom>
              <a:solidFill>
                <a:srgbClr val="E6E6E6"/>
              </a:solidFill>
              <a:ln w="0">
                <a:noFill/>
                <a:miter lim="800000"/>
              </a:ln>
            </p:spPr>
            <p:txBody>
              <a:bodyPr vert="horz" wrap="square" lIns="91440" tIns="45720" rIns="91440" bIns="45720" numCol="1" anchor="t" anchorCtr="0" compatLnSpc="1"/>
              <a:lstStyle/>
              <a:p>
                <a:endParaRPr lang="zh-CN" altLang="en-US">
                  <a:cs typeface="+mn-ea"/>
                  <a:sym typeface="+mn-lt"/>
                </a:endParaRPr>
              </a:p>
            </p:txBody>
          </p:sp>
          <p:grpSp>
            <p:nvGrpSpPr>
              <p:cNvPr id="17" name="iślïďé"/>
              <p:cNvGrpSpPr/>
              <p:nvPr/>
            </p:nvGrpSpPr>
            <p:grpSpPr>
              <a:xfrm flipH="1">
                <a:off x="6443056" y="2447919"/>
                <a:ext cx="3013324" cy="3988920"/>
                <a:chOff x="3079385" y="2080527"/>
                <a:chExt cx="2567063" cy="3398177"/>
              </a:xfrm>
            </p:grpSpPr>
            <p:sp>
              <p:nvSpPr>
                <p:cNvPr id="18" name="isliďé"/>
                <p:cNvSpPr/>
                <p:nvPr/>
              </p:nvSpPr>
              <p:spPr>
                <a:xfrm>
                  <a:off x="4139423" y="3716112"/>
                  <a:ext cx="574071" cy="1489519"/>
                </a:xfrm>
                <a:custGeom>
                  <a:avLst/>
                  <a:gdLst>
                    <a:gd name="connsiteX0" fmla="*/ 574072 w 574071"/>
                    <a:gd name="connsiteY0" fmla="*/ 160020 h 1489519"/>
                    <a:gd name="connsiteX1" fmla="*/ 297275 w 574071"/>
                    <a:gd name="connsiteY1" fmla="*/ 1489520 h 1489519"/>
                    <a:gd name="connsiteX2" fmla="*/ 0 w 574071"/>
                    <a:gd name="connsiteY2" fmla="*/ 1479423 h 1489519"/>
                    <a:gd name="connsiteX3" fmla="*/ 53435 w 574071"/>
                    <a:gd name="connsiteY3" fmla="*/ 0 h 1489519"/>
                    <a:gd name="connsiteX4" fmla="*/ 574072 w 574071"/>
                    <a:gd name="connsiteY4" fmla="*/ 160020 h 14895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4071" h="1489519">
                      <a:moveTo>
                        <a:pt x="574072" y="160020"/>
                      </a:moveTo>
                      <a:lnTo>
                        <a:pt x="297275" y="1489520"/>
                      </a:lnTo>
                      <a:lnTo>
                        <a:pt x="0" y="1479423"/>
                      </a:lnTo>
                      <a:lnTo>
                        <a:pt x="53435" y="0"/>
                      </a:lnTo>
                      <a:lnTo>
                        <a:pt x="574072" y="160020"/>
                      </a:lnTo>
                      <a:close/>
                    </a:path>
                  </a:pathLst>
                </a:custGeom>
                <a:solidFill>
                  <a:schemeClr val="accent1">
                    <a:lumMod val="40000"/>
                    <a:lumOff val="60000"/>
                  </a:schemeClr>
                </a:solidFill>
                <a:ln w="9525" cap="flat">
                  <a:noFill/>
                  <a:prstDash val="solid"/>
                  <a:miter/>
                </a:ln>
              </p:spPr>
              <p:txBody>
                <a:bodyPr rtlCol="0" anchor="ctr"/>
                <a:lstStyle/>
                <a:p>
                  <a:endParaRPr lang="zh-CN" altLang="en-US">
                    <a:cs typeface="+mn-ea"/>
                    <a:sym typeface="+mn-lt"/>
                  </a:endParaRPr>
                </a:p>
              </p:txBody>
            </p:sp>
            <p:sp>
              <p:nvSpPr>
                <p:cNvPr id="19" name="ïṧlíḑe"/>
                <p:cNvSpPr/>
                <p:nvPr/>
              </p:nvSpPr>
              <p:spPr>
                <a:xfrm>
                  <a:off x="3289603" y="3620417"/>
                  <a:ext cx="1050447" cy="1530366"/>
                </a:xfrm>
                <a:custGeom>
                  <a:avLst/>
                  <a:gdLst>
                    <a:gd name="connsiteX0" fmla="*/ 450457 w 1050447"/>
                    <a:gd name="connsiteY0" fmla="*/ 23000 h 1530366"/>
                    <a:gd name="connsiteX1" fmla="*/ 450457 w 1050447"/>
                    <a:gd name="connsiteY1" fmla="*/ 726707 h 1530366"/>
                    <a:gd name="connsiteX2" fmla="*/ -1027 w 1050447"/>
                    <a:gd name="connsiteY2" fmla="*/ 1331449 h 1530366"/>
                    <a:gd name="connsiteX3" fmla="*/ 223572 w 1050447"/>
                    <a:gd name="connsiteY3" fmla="*/ 1530045 h 1530366"/>
                    <a:gd name="connsiteX4" fmla="*/ 737445 w 1050447"/>
                    <a:gd name="connsiteY4" fmla="*/ 1062082 h 1530366"/>
                    <a:gd name="connsiteX5" fmla="*/ 1046817 w 1050447"/>
                    <a:gd name="connsiteY5" fmla="*/ 358470 h 1530366"/>
                    <a:gd name="connsiteX6" fmla="*/ 450457 w 1050447"/>
                    <a:gd name="connsiteY6" fmla="*/ 23000 h 1530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0447" h="1530366">
                      <a:moveTo>
                        <a:pt x="450457" y="23000"/>
                      </a:moveTo>
                      <a:lnTo>
                        <a:pt x="450457" y="726707"/>
                      </a:lnTo>
                      <a:cubicBezTo>
                        <a:pt x="450457" y="726707"/>
                        <a:pt x="148038" y="1120946"/>
                        <a:pt x="-1027" y="1331449"/>
                      </a:cubicBezTo>
                      <a:cubicBezTo>
                        <a:pt x="196521" y="1553096"/>
                        <a:pt x="223572" y="1530045"/>
                        <a:pt x="223572" y="1530045"/>
                      </a:cubicBezTo>
                      <a:cubicBezTo>
                        <a:pt x="223572" y="1530045"/>
                        <a:pt x="688964" y="1117232"/>
                        <a:pt x="737445" y="1062082"/>
                      </a:cubicBezTo>
                      <a:cubicBezTo>
                        <a:pt x="785929" y="1006932"/>
                        <a:pt x="998335" y="846722"/>
                        <a:pt x="1046817" y="358470"/>
                      </a:cubicBezTo>
                      <a:cubicBezTo>
                        <a:pt x="1095300" y="-129781"/>
                        <a:pt x="450457" y="23000"/>
                        <a:pt x="450457" y="23000"/>
                      </a:cubicBezTo>
                      <a:close/>
                    </a:path>
                  </a:pathLst>
                </a:custGeom>
                <a:solidFill>
                  <a:schemeClr val="accent1">
                    <a:lumMod val="40000"/>
                    <a:lumOff val="60000"/>
                  </a:schemeClr>
                </a:solidFill>
                <a:ln w="9525" cap="flat">
                  <a:noFill/>
                  <a:prstDash val="solid"/>
                  <a:miter/>
                </a:ln>
              </p:spPr>
              <p:txBody>
                <a:bodyPr rtlCol="0" anchor="ctr"/>
                <a:lstStyle/>
                <a:p>
                  <a:endParaRPr lang="zh-CN" altLang="en-US">
                    <a:cs typeface="+mn-ea"/>
                    <a:sym typeface="+mn-lt"/>
                  </a:endParaRPr>
                </a:p>
              </p:txBody>
            </p:sp>
            <p:sp>
              <p:nvSpPr>
                <p:cNvPr id="20" name="iṩlídè"/>
                <p:cNvSpPr/>
                <p:nvPr/>
              </p:nvSpPr>
              <p:spPr>
                <a:xfrm>
                  <a:off x="3741087" y="3620417"/>
                  <a:ext cx="598963" cy="1061719"/>
                </a:xfrm>
                <a:custGeom>
                  <a:avLst/>
                  <a:gdLst>
                    <a:gd name="connsiteX0" fmla="*/ 285961 w 598963"/>
                    <a:gd name="connsiteY0" fmla="*/ 1062082 h 1061719"/>
                    <a:gd name="connsiteX1" fmla="*/ 595333 w 598963"/>
                    <a:gd name="connsiteY1" fmla="*/ 358470 h 1061719"/>
                    <a:gd name="connsiteX2" fmla="*/ -1027 w 598963"/>
                    <a:gd name="connsiteY2" fmla="*/ 23000 h 1061719"/>
                  </a:gdLst>
                  <a:ahLst/>
                  <a:cxnLst>
                    <a:cxn ang="0">
                      <a:pos x="connsiteX0" y="connsiteY0"/>
                    </a:cxn>
                    <a:cxn ang="0">
                      <a:pos x="connsiteX1" y="connsiteY1"/>
                    </a:cxn>
                    <a:cxn ang="0">
                      <a:pos x="connsiteX2" y="connsiteY2"/>
                    </a:cxn>
                  </a:cxnLst>
                  <a:rect l="l" t="t" r="r" b="b"/>
                  <a:pathLst>
                    <a:path w="598963" h="1061719">
                      <a:moveTo>
                        <a:pt x="285961" y="1062082"/>
                      </a:moveTo>
                      <a:cubicBezTo>
                        <a:pt x="334444" y="1007027"/>
                        <a:pt x="546851" y="846722"/>
                        <a:pt x="595333" y="358470"/>
                      </a:cubicBezTo>
                      <a:cubicBezTo>
                        <a:pt x="643816" y="-129781"/>
                        <a:pt x="-1027" y="23000"/>
                        <a:pt x="-1027" y="23000"/>
                      </a:cubicBezTo>
                    </a:path>
                  </a:pathLst>
                </a:custGeom>
                <a:noFill/>
                <a:ln w="9525" cap="flat">
                  <a:solidFill>
                    <a:schemeClr val="accent1"/>
                  </a:solidFill>
                  <a:prstDash val="solid"/>
                  <a:miter/>
                </a:ln>
              </p:spPr>
              <p:txBody>
                <a:bodyPr rtlCol="0" anchor="ctr"/>
                <a:lstStyle/>
                <a:p>
                  <a:endParaRPr lang="zh-CN" altLang="en-US">
                    <a:cs typeface="+mn-ea"/>
                    <a:sym typeface="+mn-lt"/>
                  </a:endParaRPr>
                </a:p>
              </p:txBody>
            </p:sp>
            <p:sp>
              <p:nvSpPr>
                <p:cNvPr id="21" name="íşḻîḍè"/>
                <p:cNvSpPr/>
                <p:nvPr/>
              </p:nvSpPr>
              <p:spPr>
                <a:xfrm>
                  <a:off x="4775978" y="2930812"/>
                  <a:ext cx="870470" cy="457442"/>
                </a:xfrm>
                <a:custGeom>
                  <a:avLst/>
                  <a:gdLst>
                    <a:gd name="connsiteX0" fmla="*/ 266530 w 870470"/>
                    <a:gd name="connsiteY0" fmla="*/ 79478 h 457442"/>
                    <a:gd name="connsiteX1" fmla="*/ 286247 w 870470"/>
                    <a:gd name="connsiteY1" fmla="*/ 155678 h 457442"/>
                    <a:gd name="connsiteX2" fmla="*/ 618384 w 870470"/>
                    <a:gd name="connsiteY2" fmla="*/ 28234 h 457442"/>
                    <a:gd name="connsiteX3" fmla="*/ 846317 w 870470"/>
                    <a:gd name="connsiteY3" fmla="*/ 8326 h 457442"/>
                    <a:gd name="connsiteX4" fmla="*/ 824124 w 870470"/>
                    <a:gd name="connsiteY4" fmla="*/ 42426 h 457442"/>
                    <a:gd name="connsiteX5" fmla="*/ 757449 w 870470"/>
                    <a:gd name="connsiteY5" fmla="*/ 53189 h 457442"/>
                    <a:gd name="connsiteX6" fmla="*/ 862224 w 870470"/>
                    <a:gd name="connsiteY6" fmla="*/ 68048 h 457442"/>
                    <a:gd name="connsiteX7" fmla="*/ 862224 w 870470"/>
                    <a:gd name="connsiteY7" fmla="*/ 101576 h 457442"/>
                    <a:gd name="connsiteX8" fmla="*/ 865367 w 870470"/>
                    <a:gd name="connsiteY8" fmla="*/ 131390 h 457442"/>
                    <a:gd name="connsiteX9" fmla="*/ 846317 w 870470"/>
                    <a:gd name="connsiteY9" fmla="*/ 161298 h 457442"/>
                    <a:gd name="connsiteX10" fmla="*/ 690679 w 870470"/>
                    <a:gd name="connsiteY10" fmla="*/ 195874 h 457442"/>
                    <a:gd name="connsiteX11" fmla="*/ 577521 w 870470"/>
                    <a:gd name="connsiteY11" fmla="*/ 248166 h 457442"/>
                    <a:gd name="connsiteX12" fmla="*/ 380354 w 870470"/>
                    <a:gd name="connsiteY12" fmla="*/ 395994 h 457442"/>
                    <a:gd name="connsiteX13" fmla="*/ 89842 w 870470"/>
                    <a:gd name="connsiteY13" fmla="*/ 408472 h 457442"/>
                    <a:gd name="connsiteX14" fmla="*/ -1027 w 870470"/>
                    <a:gd name="connsiteY14" fmla="*/ 79955 h 457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0470" h="457442">
                      <a:moveTo>
                        <a:pt x="266530" y="79478"/>
                      </a:moveTo>
                      <a:lnTo>
                        <a:pt x="286247" y="155678"/>
                      </a:lnTo>
                      <a:cubicBezTo>
                        <a:pt x="286247" y="155678"/>
                        <a:pt x="514847" y="43569"/>
                        <a:pt x="618384" y="28234"/>
                      </a:cubicBezTo>
                      <a:cubicBezTo>
                        <a:pt x="721921" y="12899"/>
                        <a:pt x="837459" y="-12724"/>
                        <a:pt x="846317" y="8326"/>
                      </a:cubicBezTo>
                      <a:cubicBezTo>
                        <a:pt x="855175" y="29377"/>
                        <a:pt x="838316" y="39568"/>
                        <a:pt x="824124" y="42426"/>
                      </a:cubicBezTo>
                      <a:cubicBezTo>
                        <a:pt x="809932" y="45283"/>
                        <a:pt x="757449" y="53189"/>
                        <a:pt x="757449" y="53189"/>
                      </a:cubicBezTo>
                      <a:cubicBezTo>
                        <a:pt x="757449" y="53189"/>
                        <a:pt x="854033" y="53189"/>
                        <a:pt x="862224" y="68048"/>
                      </a:cubicBezTo>
                      <a:cubicBezTo>
                        <a:pt x="869463" y="78050"/>
                        <a:pt x="869463" y="91575"/>
                        <a:pt x="862224" y="101576"/>
                      </a:cubicBezTo>
                      <a:cubicBezTo>
                        <a:pt x="858414" y="105291"/>
                        <a:pt x="877464" y="108530"/>
                        <a:pt x="865367" y="131390"/>
                      </a:cubicBezTo>
                      <a:cubicBezTo>
                        <a:pt x="864128" y="133771"/>
                        <a:pt x="871272" y="153392"/>
                        <a:pt x="846317" y="161298"/>
                      </a:cubicBezTo>
                      <a:cubicBezTo>
                        <a:pt x="830506" y="166346"/>
                        <a:pt x="710015" y="194159"/>
                        <a:pt x="690679" y="195874"/>
                      </a:cubicBezTo>
                      <a:cubicBezTo>
                        <a:pt x="671343" y="197588"/>
                        <a:pt x="597428" y="224449"/>
                        <a:pt x="577521" y="248166"/>
                      </a:cubicBezTo>
                      <a:cubicBezTo>
                        <a:pt x="557615" y="271883"/>
                        <a:pt x="416169" y="375515"/>
                        <a:pt x="380354" y="395994"/>
                      </a:cubicBezTo>
                      <a:cubicBezTo>
                        <a:pt x="344540" y="416473"/>
                        <a:pt x="179091" y="516485"/>
                        <a:pt x="89842" y="408472"/>
                      </a:cubicBezTo>
                      <a:cubicBezTo>
                        <a:pt x="593" y="300458"/>
                        <a:pt x="-1027" y="79955"/>
                        <a:pt x="-1027" y="79955"/>
                      </a:cubicBezTo>
                      <a:close/>
                    </a:path>
                  </a:pathLst>
                </a:custGeom>
                <a:solidFill>
                  <a:schemeClr val="accent1">
                    <a:lumMod val="40000"/>
                    <a:lumOff val="60000"/>
                  </a:schemeClr>
                </a:solidFill>
                <a:ln w="9525" cap="flat">
                  <a:noFill/>
                  <a:prstDash val="solid"/>
                  <a:miter/>
                </a:ln>
              </p:spPr>
              <p:txBody>
                <a:bodyPr rtlCol="0" anchor="ctr"/>
                <a:lstStyle/>
                <a:p>
                  <a:endParaRPr lang="zh-CN" altLang="en-US">
                    <a:cs typeface="+mn-ea"/>
                    <a:sym typeface="+mn-lt"/>
                  </a:endParaRPr>
                </a:p>
              </p:txBody>
            </p:sp>
            <p:sp>
              <p:nvSpPr>
                <p:cNvPr id="22" name="ïṩḻiḋé"/>
                <p:cNvSpPr/>
                <p:nvPr/>
              </p:nvSpPr>
              <p:spPr>
                <a:xfrm rot="20274598">
                  <a:off x="4420195" y="2101927"/>
                  <a:ext cx="367664" cy="462152"/>
                </a:xfrm>
                <a:custGeom>
                  <a:avLst/>
                  <a:gdLst>
                    <a:gd name="connsiteX0" fmla="*/ 366638 w 367664"/>
                    <a:gd name="connsiteY0" fmla="*/ 231438 h 462152"/>
                    <a:gd name="connsiteX1" fmla="*/ 182805 w 367664"/>
                    <a:gd name="connsiteY1" fmla="*/ 462515 h 462152"/>
                    <a:gd name="connsiteX2" fmla="*/ -1028 w 367664"/>
                    <a:gd name="connsiteY2" fmla="*/ 231438 h 462152"/>
                    <a:gd name="connsiteX3" fmla="*/ 182805 w 367664"/>
                    <a:gd name="connsiteY3" fmla="*/ 362 h 462152"/>
                    <a:gd name="connsiteX4" fmla="*/ 366638 w 367664"/>
                    <a:gd name="connsiteY4" fmla="*/ 231438 h 462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664" h="462152">
                      <a:moveTo>
                        <a:pt x="366638" y="231438"/>
                      </a:moveTo>
                      <a:cubicBezTo>
                        <a:pt x="366638" y="359058"/>
                        <a:pt x="284334" y="462515"/>
                        <a:pt x="182805" y="462515"/>
                      </a:cubicBezTo>
                      <a:cubicBezTo>
                        <a:pt x="81277" y="462515"/>
                        <a:pt x="-1028" y="359058"/>
                        <a:pt x="-1028" y="231438"/>
                      </a:cubicBezTo>
                      <a:cubicBezTo>
                        <a:pt x="-1028" y="103818"/>
                        <a:pt x="81276" y="362"/>
                        <a:pt x="182805" y="362"/>
                      </a:cubicBezTo>
                      <a:cubicBezTo>
                        <a:pt x="284332" y="362"/>
                        <a:pt x="366638" y="103818"/>
                        <a:pt x="366638" y="231438"/>
                      </a:cubicBezTo>
                      <a:close/>
                    </a:path>
                  </a:pathLst>
                </a:custGeom>
                <a:solidFill>
                  <a:schemeClr val="accent1">
                    <a:lumMod val="40000"/>
                    <a:lumOff val="60000"/>
                  </a:schemeClr>
                </a:solidFill>
                <a:ln w="9525" cap="flat">
                  <a:noFill/>
                  <a:prstDash val="solid"/>
                  <a:miter/>
                </a:ln>
              </p:spPr>
              <p:txBody>
                <a:bodyPr rtlCol="0" anchor="ctr"/>
                <a:lstStyle/>
                <a:p>
                  <a:endParaRPr lang="zh-CN" altLang="en-US">
                    <a:cs typeface="+mn-ea"/>
                    <a:sym typeface="+mn-lt"/>
                  </a:endParaRPr>
                </a:p>
              </p:txBody>
            </p:sp>
            <p:sp>
              <p:nvSpPr>
                <p:cNvPr id="23" name="í$ḷîḓè"/>
                <p:cNvSpPr/>
                <p:nvPr/>
              </p:nvSpPr>
              <p:spPr>
                <a:xfrm>
                  <a:off x="3079385" y="2080527"/>
                  <a:ext cx="1634463" cy="1625191"/>
                </a:xfrm>
                <a:custGeom>
                  <a:avLst/>
                  <a:gdLst>
                    <a:gd name="connsiteX0" fmla="*/ 1414292 w 1634463"/>
                    <a:gd name="connsiteY0" fmla="*/ 344738 h 1625191"/>
                    <a:gd name="connsiteX1" fmla="*/ 1633367 w 1634463"/>
                    <a:gd name="connsiteY1" fmla="*/ 84229 h 1625191"/>
                    <a:gd name="connsiteX2" fmla="*/ 1181121 w 1634463"/>
                    <a:gd name="connsiteY2" fmla="*/ 214436 h 1625191"/>
                    <a:gd name="connsiteX3" fmla="*/ 728874 w 1634463"/>
                    <a:gd name="connsiteY3" fmla="*/ 382361 h 1625191"/>
                    <a:gd name="connsiteX4" fmla="*/ 311489 w 1634463"/>
                    <a:gd name="connsiteY4" fmla="*/ 710307 h 1625191"/>
                    <a:gd name="connsiteX5" fmla="*/ 127561 w 1634463"/>
                    <a:gd name="connsiteY5" fmla="*/ 1049302 h 1625191"/>
                    <a:gd name="connsiteX6" fmla="*/ 684773 w 1634463"/>
                    <a:gd name="connsiteY6" fmla="*/ 1598418 h 1625191"/>
                    <a:gd name="connsiteX7" fmla="*/ 1414292 w 1634463"/>
                    <a:gd name="connsiteY7" fmla="*/ 344738 h 162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4463" h="1625191">
                      <a:moveTo>
                        <a:pt x="1414292" y="344738"/>
                      </a:moveTo>
                      <a:cubicBezTo>
                        <a:pt x="1414292" y="344738"/>
                        <a:pt x="1637940" y="213388"/>
                        <a:pt x="1633367" y="84229"/>
                      </a:cubicBezTo>
                      <a:cubicBezTo>
                        <a:pt x="1558787" y="34509"/>
                        <a:pt x="1340189" y="-132274"/>
                        <a:pt x="1181121" y="214436"/>
                      </a:cubicBezTo>
                      <a:cubicBezTo>
                        <a:pt x="1106636" y="322735"/>
                        <a:pt x="1101587" y="412175"/>
                        <a:pt x="728874" y="382361"/>
                      </a:cubicBezTo>
                      <a:cubicBezTo>
                        <a:pt x="589714" y="372265"/>
                        <a:pt x="395976" y="402269"/>
                        <a:pt x="311489" y="710307"/>
                      </a:cubicBezTo>
                      <a:cubicBezTo>
                        <a:pt x="246814" y="859469"/>
                        <a:pt x="281390" y="963196"/>
                        <a:pt x="127561" y="1049302"/>
                      </a:cubicBezTo>
                      <a:cubicBezTo>
                        <a:pt x="-21506" y="1132741"/>
                        <a:pt x="-219054" y="1762439"/>
                        <a:pt x="684773" y="1598418"/>
                      </a:cubicBezTo>
                      <a:cubicBezTo>
                        <a:pt x="967665" y="1518980"/>
                        <a:pt x="1205601" y="1474974"/>
                        <a:pt x="1414292" y="344738"/>
                      </a:cubicBezTo>
                      <a:close/>
                    </a:path>
                  </a:pathLst>
                </a:custGeom>
                <a:solidFill>
                  <a:srgbClr val="010005"/>
                </a:solidFill>
                <a:ln w="9525" cap="flat">
                  <a:noFill/>
                  <a:prstDash val="solid"/>
                  <a:miter/>
                </a:ln>
              </p:spPr>
              <p:txBody>
                <a:bodyPr rtlCol="0" anchor="ctr"/>
                <a:lstStyle/>
                <a:p>
                  <a:endParaRPr lang="zh-CN" altLang="en-US">
                    <a:cs typeface="+mn-ea"/>
                    <a:sym typeface="+mn-lt"/>
                  </a:endParaRPr>
                </a:p>
              </p:txBody>
            </p:sp>
            <p:sp>
              <p:nvSpPr>
                <p:cNvPr id="24" name="iś1iďê"/>
                <p:cNvSpPr/>
                <p:nvPr/>
              </p:nvSpPr>
              <p:spPr>
                <a:xfrm rot="18722398">
                  <a:off x="4448036" y="2378806"/>
                  <a:ext cx="73342" cy="123063"/>
                </a:xfrm>
                <a:custGeom>
                  <a:avLst/>
                  <a:gdLst>
                    <a:gd name="connsiteX0" fmla="*/ 72315 w 73342"/>
                    <a:gd name="connsiteY0" fmla="*/ 61894 h 123063"/>
                    <a:gd name="connsiteX1" fmla="*/ 35644 w 73342"/>
                    <a:gd name="connsiteY1" fmla="*/ 123425 h 123063"/>
                    <a:gd name="connsiteX2" fmla="*/ -1027 w 73342"/>
                    <a:gd name="connsiteY2" fmla="*/ 61894 h 123063"/>
                    <a:gd name="connsiteX3" fmla="*/ 35644 w 73342"/>
                    <a:gd name="connsiteY3" fmla="*/ 362 h 123063"/>
                    <a:gd name="connsiteX4" fmla="*/ 72315 w 73342"/>
                    <a:gd name="connsiteY4" fmla="*/ 61894 h 123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342" h="123063">
                      <a:moveTo>
                        <a:pt x="72315" y="61894"/>
                      </a:moveTo>
                      <a:cubicBezTo>
                        <a:pt x="72315" y="95876"/>
                        <a:pt x="55896" y="123425"/>
                        <a:pt x="35644" y="123425"/>
                      </a:cubicBezTo>
                      <a:cubicBezTo>
                        <a:pt x="15391" y="123425"/>
                        <a:pt x="-1027" y="95876"/>
                        <a:pt x="-1027" y="61894"/>
                      </a:cubicBezTo>
                      <a:cubicBezTo>
                        <a:pt x="-1027" y="27911"/>
                        <a:pt x="15392" y="362"/>
                        <a:pt x="35644" y="362"/>
                      </a:cubicBezTo>
                      <a:cubicBezTo>
                        <a:pt x="55897" y="362"/>
                        <a:pt x="72315" y="27911"/>
                        <a:pt x="72315" y="61894"/>
                      </a:cubicBezTo>
                      <a:close/>
                    </a:path>
                  </a:pathLst>
                </a:custGeom>
                <a:solidFill>
                  <a:schemeClr val="accent1">
                    <a:lumMod val="40000"/>
                    <a:lumOff val="60000"/>
                  </a:schemeClr>
                </a:solidFill>
                <a:ln w="9525" cap="flat">
                  <a:noFill/>
                  <a:prstDash val="solid"/>
                  <a:miter/>
                </a:ln>
              </p:spPr>
              <p:txBody>
                <a:bodyPr rtlCol="0" anchor="ctr"/>
                <a:lstStyle/>
                <a:p>
                  <a:endParaRPr lang="zh-CN" altLang="en-US">
                    <a:cs typeface="+mn-ea"/>
                    <a:sym typeface="+mn-lt"/>
                  </a:endParaRPr>
                </a:p>
              </p:txBody>
            </p:sp>
            <p:sp>
              <p:nvSpPr>
                <p:cNvPr id="25" name="ísľiḋê"/>
                <p:cNvSpPr/>
                <p:nvPr/>
              </p:nvSpPr>
              <p:spPr>
                <a:xfrm>
                  <a:off x="3574843" y="3253736"/>
                  <a:ext cx="1164654" cy="723142"/>
                </a:xfrm>
                <a:custGeom>
                  <a:avLst/>
                  <a:gdLst>
                    <a:gd name="connsiteX0" fmla="*/ 396007 w 1164654"/>
                    <a:gd name="connsiteY0" fmla="*/ 27159 h 723142"/>
                    <a:gd name="connsiteX1" fmla="*/ 11960 w 1164654"/>
                    <a:gd name="connsiteY1" fmla="*/ 529603 h 723142"/>
                    <a:gd name="connsiteX2" fmla="*/ 1163628 w 1164654"/>
                    <a:gd name="connsiteY2" fmla="*/ 652571 h 723142"/>
                    <a:gd name="connsiteX3" fmla="*/ 1074188 w 1164654"/>
                    <a:gd name="connsiteY3" fmla="*/ 27159 h 723142"/>
                    <a:gd name="connsiteX4" fmla="*/ 396007 w 1164654"/>
                    <a:gd name="connsiteY4" fmla="*/ 27159 h 723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4654" h="723142">
                      <a:moveTo>
                        <a:pt x="396007" y="27159"/>
                      </a:moveTo>
                      <a:cubicBezTo>
                        <a:pt x="396007" y="27159"/>
                        <a:pt x="153597" y="380537"/>
                        <a:pt x="11960" y="529603"/>
                      </a:cubicBezTo>
                      <a:cubicBezTo>
                        <a:pt x="-129677" y="678669"/>
                        <a:pt x="928837" y="809162"/>
                        <a:pt x="1163628" y="652571"/>
                      </a:cubicBezTo>
                      <a:cubicBezTo>
                        <a:pt x="1111431" y="492360"/>
                        <a:pt x="1111431" y="87452"/>
                        <a:pt x="1074188" y="27159"/>
                      </a:cubicBezTo>
                      <a:cubicBezTo>
                        <a:pt x="1036945" y="-33134"/>
                        <a:pt x="396007" y="27159"/>
                        <a:pt x="396007" y="27159"/>
                      </a:cubicBezTo>
                      <a:close/>
                    </a:path>
                  </a:pathLst>
                </a:custGeom>
                <a:solidFill>
                  <a:schemeClr val="accent1"/>
                </a:solidFill>
                <a:ln w="9525" cap="flat">
                  <a:noFill/>
                  <a:prstDash val="solid"/>
                  <a:miter/>
                </a:ln>
              </p:spPr>
              <p:txBody>
                <a:bodyPr rtlCol="0" anchor="ctr"/>
                <a:lstStyle/>
                <a:p>
                  <a:endParaRPr lang="zh-CN" altLang="en-US">
                    <a:cs typeface="+mn-ea"/>
                    <a:sym typeface="+mn-lt"/>
                  </a:endParaRPr>
                </a:p>
              </p:txBody>
            </p:sp>
            <p:sp>
              <p:nvSpPr>
                <p:cNvPr id="26" name="iŝlîḍê"/>
                <p:cNvSpPr/>
                <p:nvPr/>
              </p:nvSpPr>
              <p:spPr>
                <a:xfrm>
                  <a:off x="3765203" y="2580164"/>
                  <a:ext cx="1334481" cy="843386"/>
                </a:xfrm>
                <a:custGeom>
                  <a:avLst/>
                  <a:gdLst>
                    <a:gd name="connsiteX0" fmla="*/ -949 w 1334481"/>
                    <a:gd name="connsiteY0" fmla="*/ 245341 h 843386"/>
                    <a:gd name="connsiteX1" fmla="*/ 325187 w 1334481"/>
                    <a:gd name="connsiteY1" fmla="*/ 59223 h 843386"/>
                    <a:gd name="connsiteX2" fmla="*/ 650085 w 1334481"/>
                    <a:gd name="connsiteY2" fmla="*/ 20075 h 843386"/>
                    <a:gd name="connsiteX3" fmla="*/ 808771 w 1334481"/>
                    <a:gd name="connsiteY3" fmla="*/ 110181 h 843386"/>
                    <a:gd name="connsiteX4" fmla="*/ 882686 w 1334481"/>
                    <a:gd name="connsiteY4" fmla="*/ 34744 h 843386"/>
                    <a:gd name="connsiteX5" fmla="*/ 1081854 w 1334481"/>
                    <a:gd name="connsiteY5" fmla="*/ 140947 h 843386"/>
                    <a:gd name="connsiteX6" fmla="*/ 1333408 w 1334481"/>
                    <a:gd name="connsiteY6" fmla="*/ 446605 h 843386"/>
                    <a:gd name="connsiteX7" fmla="*/ 1027179 w 1334481"/>
                    <a:gd name="connsiteY7" fmla="*/ 588336 h 843386"/>
                    <a:gd name="connsiteX8" fmla="*/ 928977 w 1334481"/>
                    <a:gd name="connsiteY8" fmla="*/ 331162 h 843386"/>
                    <a:gd name="connsiteX9" fmla="*/ 914117 w 1334481"/>
                    <a:gd name="connsiteY9" fmla="*/ 793314 h 843386"/>
                    <a:gd name="connsiteX10" fmla="*/ 123542 w 1334481"/>
                    <a:gd name="connsiteY10" fmla="*/ 767216 h 843386"/>
                    <a:gd name="connsiteX11" fmla="*/ 391957 w 1334481"/>
                    <a:gd name="connsiteY11" fmla="*/ 287442 h 843386"/>
                    <a:gd name="connsiteX12" fmla="*/ 175740 w 1334481"/>
                    <a:gd name="connsiteY12" fmla="*/ 469560 h 843386"/>
                    <a:gd name="connsiteX13" fmla="*/ -949 w 1334481"/>
                    <a:gd name="connsiteY13" fmla="*/ 245341 h 843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4481" h="843386">
                      <a:moveTo>
                        <a:pt x="-949" y="245341"/>
                      </a:moveTo>
                      <a:cubicBezTo>
                        <a:pt x="956" y="202288"/>
                        <a:pt x="214030" y="105229"/>
                        <a:pt x="325187" y="59223"/>
                      </a:cubicBezTo>
                      <a:cubicBezTo>
                        <a:pt x="433296" y="14550"/>
                        <a:pt x="579315" y="-24597"/>
                        <a:pt x="650085" y="20075"/>
                      </a:cubicBezTo>
                      <a:cubicBezTo>
                        <a:pt x="694185" y="57699"/>
                        <a:pt x="683327" y="106467"/>
                        <a:pt x="808771" y="110181"/>
                      </a:cubicBezTo>
                      <a:cubicBezTo>
                        <a:pt x="852586" y="111420"/>
                        <a:pt x="882686" y="34744"/>
                        <a:pt x="882686" y="34744"/>
                      </a:cubicBezTo>
                      <a:cubicBezTo>
                        <a:pt x="882686" y="34744"/>
                        <a:pt x="1010987" y="59223"/>
                        <a:pt x="1081854" y="140947"/>
                      </a:cubicBezTo>
                      <a:cubicBezTo>
                        <a:pt x="1135098" y="202479"/>
                        <a:pt x="1329504" y="409266"/>
                        <a:pt x="1333408" y="446605"/>
                      </a:cubicBezTo>
                      <a:cubicBezTo>
                        <a:pt x="1337314" y="483942"/>
                        <a:pt x="1094235" y="592051"/>
                        <a:pt x="1027179" y="588336"/>
                      </a:cubicBezTo>
                      <a:cubicBezTo>
                        <a:pt x="960124" y="584622"/>
                        <a:pt x="928977" y="331162"/>
                        <a:pt x="928977" y="331162"/>
                      </a:cubicBezTo>
                      <a:cubicBezTo>
                        <a:pt x="928977" y="331162"/>
                        <a:pt x="925262" y="677776"/>
                        <a:pt x="914117" y="793314"/>
                      </a:cubicBezTo>
                      <a:cubicBezTo>
                        <a:pt x="902974" y="908853"/>
                        <a:pt x="161642" y="793314"/>
                        <a:pt x="123542" y="767216"/>
                      </a:cubicBezTo>
                      <a:cubicBezTo>
                        <a:pt x="85442" y="741118"/>
                        <a:pt x="391957" y="287442"/>
                        <a:pt x="391957" y="287442"/>
                      </a:cubicBezTo>
                      <a:cubicBezTo>
                        <a:pt x="391957" y="287442"/>
                        <a:pt x="190694" y="470036"/>
                        <a:pt x="175740" y="469560"/>
                      </a:cubicBezTo>
                      <a:cubicBezTo>
                        <a:pt x="160785" y="469083"/>
                        <a:pt x="-5139" y="330304"/>
                        <a:pt x="-949" y="245341"/>
                      </a:cubicBezTo>
                      <a:close/>
                    </a:path>
                  </a:pathLst>
                </a:custGeom>
                <a:solidFill>
                  <a:schemeClr val="accent2"/>
                </a:solidFill>
                <a:ln w="9525" cap="flat">
                  <a:noFill/>
                  <a:prstDash val="solid"/>
                  <a:miter/>
                </a:ln>
              </p:spPr>
              <p:txBody>
                <a:bodyPr rtlCol="0" anchor="ctr"/>
                <a:lstStyle/>
                <a:p>
                  <a:endParaRPr lang="zh-CN" altLang="en-US">
                    <a:cs typeface="+mn-ea"/>
                    <a:sym typeface="+mn-lt"/>
                  </a:endParaRPr>
                </a:p>
              </p:txBody>
            </p:sp>
            <p:sp>
              <p:nvSpPr>
                <p:cNvPr id="27" name="îṩḷïḍé"/>
                <p:cNvSpPr/>
                <p:nvPr/>
              </p:nvSpPr>
              <p:spPr>
                <a:xfrm>
                  <a:off x="4256915" y="2410944"/>
                  <a:ext cx="456993" cy="456170"/>
                </a:xfrm>
                <a:custGeom>
                  <a:avLst/>
                  <a:gdLst>
                    <a:gd name="connsiteX0" fmla="*/ 210856 w 456993"/>
                    <a:gd name="connsiteY0" fmla="*/ 38609 h 456170"/>
                    <a:gd name="connsiteX1" fmla="*/ 45788 w 456993"/>
                    <a:gd name="connsiteY1" fmla="*/ 296546 h 456170"/>
                    <a:gd name="connsiteX2" fmla="*/ 283055 w 456993"/>
                    <a:gd name="connsiteY2" fmla="*/ 410084 h 456170"/>
                    <a:gd name="connsiteX3" fmla="*/ 455077 w 456993"/>
                    <a:gd name="connsiteY3" fmla="*/ 83282 h 456170"/>
                    <a:gd name="connsiteX4" fmla="*/ 210856 w 456993"/>
                    <a:gd name="connsiteY4" fmla="*/ 38609 h 45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993" h="456170">
                      <a:moveTo>
                        <a:pt x="210856" y="38609"/>
                      </a:moveTo>
                      <a:cubicBezTo>
                        <a:pt x="198568" y="145442"/>
                        <a:pt x="137609" y="240635"/>
                        <a:pt x="45788" y="296546"/>
                      </a:cubicBezTo>
                      <a:cubicBezTo>
                        <a:pt x="-108993" y="389415"/>
                        <a:pt x="159230" y="530481"/>
                        <a:pt x="283055" y="410084"/>
                      </a:cubicBezTo>
                      <a:cubicBezTo>
                        <a:pt x="327823" y="317216"/>
                        <a:pt x="437836" y="128049"/>
                        <a:pt x="455077" y="83282"/>
                      </a:cubicBezTo>
                      <a:cubicBezTo>
                        <a:pt x="472318" y="38514"/>
                        <a:pt x="233430" y="-50735"/>
                        <a:pt x="210856" y="38609"/>
                      </a:cubicBezTo>
                      <a:close/>
                    </a:path>
                  </a:pathLst>
                </a:custGeom>
                <a:solidFill>
                  <a:schemeClr val="accent1">
                    <a:lumMod val="40000"/>
                    <a:lumOff val="60000"/>
                  </a:schemeClr>
                </a:solidFill>
                <a:ln w="9525" cap="flat">
                  <a:noFill/>
                  <a:prstDash val="solid"/>
                  <a:miter/>
                </a:ln>
              </p:spPr>
              <p:txBody>
                <a:bodyPr rtlCol="0" anchor="ctr"/>
                <a:lstStyle/>
                <a:p>
                  <a:endParaRPr lang="zh-CN" altLang="en-US">
                    <a:cs typeface="+mn-ea"/>
                    <a:sym typeface="+mn-lt"/>
                  </a:endParaRPr>
                </a:p>
              </p:txBody>
            </p:sp>
            <p:sp>
              <p:nvSpPr>
                <p:cNvPr id="28" name="ïšļîďè"/>
                <p:cNvSpPr/>
                <p:nvPr/>
              </p:nvSpPr>
              <p:spPr>
                <a:xfrm rot="2062201">
                  <a:off x="4051358" y="3030383"/>
                  <a:ext cx="443579" cy="544163"/>
                </a:xfrm>
                <a:custGeom>
                  <a:avLst/>
                  <a:gdLst>
                    <a:gd name="connsiteX0" fmla="*/ 388546 w 443579"/>
                    <a:gd name="connsiteY0" fmla="*/ 362 h 544163"/>
                    <a:gd name="connsiteX1" fmla="*/ 442553 w 443579"/>
                    <a:gd name="connsiteY1" fmla="*/ 362 h 544163"/>
                    <a:gd name="connsiteX2" fmla="*/ 442553 w 443579"/>
                    <a:gd name="connsiteY2" fmla="*/ 544525 h 544163"/>
                    <a:gd name="connsiteX3" fmla="*/ 388546 w 443579"/>
                    <a:gd name="connsiteY3" fmla="*/ 544525 h 544163"/>
                    <a:gd name="connsiteX4" fmla="*/ 52980 w 443579"/>
                    <a:gd name="connsiteY4" fmla="*/ 544525 h 544163"/>
                    <a:gd name="connsiteX5" fmla="*/ -1027 w 443579"/>
                    <a:gd name="connsiteY5" fmla="*/ 544525 h 544163"/>
                    <a:gd name="connsiteX6" fmla="*/ -1027 w 443579"/>
                    <a:gd name="connsiteY6" fmla="*/ 362 h 544163"/>
                    <a:gd name="connsiteX7" fmla="*/ 52980 w 443579"/>
                    <a:gd name="connsiteY7" fmla="*/ 362 h 544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3579" h="544163">
                      <a:moveTo>
                        <a:pt x="388546" y="362"/>
                      </a:moveTo>
                      <a:cubicBezTo>
                        <a:pt x="418373" y="362"/>
                        <a:pt x="442553" y="362"/>
                        <a:pt x="442553" y="362"/>
                      </a:cubicBezTo>
                      <a:lnTo>
                        <a:pt x="442553" y="544525"/>
                      </a:lnTo>
                      <a:cubicBezTo>
                        <a:pt x="442553" y="544525"/>
                        <a:pt x="418373" y="544525"/>
                        <a:pt x="388546" y="544525"/>
                      </a:cubicBezTo>
                      <a:lnTo>
                        <a:pt x="52980" y="544525"/>
                      </a:lnTo>
                      <a:cubicBezTo>
                        <a:pt x="23153" y="544525"/>
                        <a:pt x="-1027" y="544525"/>
                        <a:pt x="-1027" y="544525"/>
                      </a:cubicBezTo>
                      <a:lnTo>
                        <a:pt x="-1027" y="362"/>
                      </a:lnTo>
                      <a:cubicBezTo>
                        <a:pt x="-1027" y="362"/>
                        <a:pt x="23153" y="362"/>
                        <a:pt x="52980" y="362"/>
                      </a:cubicBezTo>
                      <a:close/>
                    </a:path>
                  </a:pathLst>
                </a:custGeom>
                <a:solidFill>
                  <a:srgbClr val="F05224"/>
                </a:solidFill>
                <a:ln w="9525" cap="flat">
                  <a:noFill/>
                  <a:prstDash val="solid"/>
                  <a:miter/>
                </a:ln>
              </p:spPr>
              <p:txBody>
                <a:bodyPr rtlCol="0" anchor="ctr"/>
                <a:lstStyle/>
                <a:p>
                  <a:endParaRPr lang="zh-CN" altLang="en-US">
                    <a:cs typeface="+mn-ea"/>
                    <a:sym typeface="+mn-lt"/>
                  </a:endParaRPr>
                </a:p>
              </p:txBody>
            </p:sp>
            <p:sp>
              <p:nvSpPr>
                <p:cNvPr id="29" name="íṡļîdê"/>
                <p:cNvSpPr/>
                <p:nvPr/>
              </p:nvSpPr>
              <p:spPr>
                <a:xfrm rot="2062201">
                  <a:off x="4053163" y="3036709"/>
                  <a:ext cx="424814" cy="521017"/>
                </a:xfrm>
                <a:custGeom>
                  <a:avLst/>
                  <a:gdLst>
                    <a:gd name="connsiteX0" fmla="*/ 369781 w 424814"/>
                    <a:gd name="connsiteY0" fmla="*/ 362 h 521017"/>
                    <a:gd name="connsiteX1" fmla="*/ 423789 w 424814"/>
                    <a:gd name="connsiteY1" fmla="*/ 362 h 521017"/>
                    <a:gd name="connsiteX2" fmla="*/ 423789 w 424814"/>
                    <a:gd name="connsiteY2" fmla="*/ 521379 h 521017"/>
                    <a:gd name="connsiteX3" fmla="*/ 369781 w 424814"/>
                    <a:gd name="connsiteY3" fmla="*/ 521379 h 521017"/>
                    <a:gd name="connsiteX4" fmla="*/ 52980 w 424814"/>
                    <a:gd name="connsiteY4" fmla="*/ 521379 h 521017"/>
                    <a:gd name="connsiteX5" fmla="*/ -1027 w 424814"/>
                    <a:gd name="connsiteY5" fmla="*/ 521379 h 521017"/>
                    <a:gd name="connsiteX6" fmla="*/ -1027 w 424814"/>
                    <a:gd name="connsiteY6" fmla="*/ 362 h 521017"/>
                    <a:gd name="connsiteX7" fmla="*/ 52980 w 424814"/>
                    <a:gd name="connsiteY7" fmla="*/ 362 h 521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4814" h="521017">
                      <a:moveTo>
                        <a:pt x="369781" y="362"/>
                      </a:moveTo>
                      <a:cubicBezTo>
                        <a:pt x="399609" y="362"/>
                        <a:pt x="423789" y="362"/>
                        <a:pt x="423789" y="362"/>
                      </a:cubicBezTo>
                      <a:lnTo>
                        <a:pt x="423789" y="521379"/>
                      </a:lnTo>
                      <a:cubicBezTo>
                        <a:pt x="423789" y="521379"/>
                        <a:pt x="399609" y="521379"/>
                        <a:pt x="369781" y="521379"/>
                      </a:cubicBezTo>
                      <a:lnTo>
                        <a:pt x="52980" y="521379"/>
                      </a:lnTo>
                      <a:cubicBezTo>
                        <a:pt x="23153" y="521379"/>
                        <a:pt x="-1027" y="521379"/>
                        <a:pt x="-1027" y="521379"/>
                      </a:cubicBezTo>
                      <a:lnTo>
                        <a:pt x="-1027" y="362"/>
                      </a:lnTo>
                      <a:cubicBezTo>
                        <a:pt x="-1027" y="362"/>
                        <a:pt x="23153" y="362"/>
                        <a:pt x="52980" y="362"/>
                      </a:cubicBezTo>
                      <a:close/>
                    </a:path>
                  </a:pathLst>
                </a:custGeom>
                <a:solidFill>
                  <a:srgbClr val="FFFFFF"/>
                </a:solidFill>
                <a:ln w="9525" cap="flat">
                  <a:noFill/>
                  <a:prstDash val="solid"/>
                  <a:miter/>
                </a:ln>
              </p:spPr>
              <p:txBody>
                <a:bodyPr rtlCol="0" anchor="ctr"/>
                <a:lstStyle/>
                <a:p>
                  <a:endParaRPr lang="zh-CN" altLang="en-US">
                    <a:cs typeface="+mn-ea"/>
                    <a:sym typeface="+mn-lt"/>
                  </a:endParaRPr>
                </a:p>
              </p:txBody>
            </p:sp>
            <p:sp>
              <p:nvSpPr>
                <p:cNvPr id="30" name="í$ḻiḋè"/>
                <p:cNvSpPr/>
                <p:nvPr/>
              </p:nvSpPr>
              <p:spPr>
                <a:xfrm rot="2062201">
                  <a:off x="4018939" y="3008127"/>
                  <a:ext cx="443579" cy="544163"/>
                </a:xfrm>
                <a:custGeom>
                  <a:avLst/>
                  <a:gdLst>
                    <a:gd name="connsiteX0" fmla="*/ 388546 w 443579"/>
                    <a:gd name="connsiteY0" fmla="*/ 362 h 544163"/>
                    <a:gd name="connsiteX1" fmla="*/ 442553 w 443579"/>
                    <a:gd name="connsiteY1" fmla="*/ 362 h 544163"/>
                    <a:gd name="connsiteX2" fmla="*/ 442553 w 443579"/>
                    <a:gd name="connsiteY2" fmla="*/ 544525 h 544163"/>
                    <a:gd name="connsiteX3" fmla="*/ 388546 w 443579"/>
                    <a:gd name="connsiteY3" fmla="*/ 544525 h 544163"/>
                    <a:gd name="connsiteX4" fmla="*/ 52980 w 443579"/>
                    <a:gd name="connsiteY4" fmla="*/ 544525 h 544163"/>
                    <a:gd name="connsiteX5" fmla="*/ -1027 w 443579"/>
                    <a:gd name="connsiteY5" fmla="*/ 544525 h 544163"/>
                    <a:gd name="connsiteX6" fmla="*/ -1027 w 443579"/>
                    <a:gd name="connsiteY6" fmla="*/ 362 h 544163"/>
                    <a:gd name="connsiteX7" fmla="*/ 52980 w 443579"/>
                    <a:gd name="connsiteY7" fmla="*/ 362 h 544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3579" h="544163">
                      <a:moveTo>
                        <a:pt x="388546" y="362"/>
                      </a:moveTo>
                      <a:cubicBezTo>
                        <a:pt x="418373" y="362"/>
                        <a:pt x="442553" y="362"/>
                        <a:pt x="442553" y="362"/>
                      </a:cubicBezTo>
                      <a:lnTo>
                        <a:pt x="442553" y="544525"/>
                      </a:lnTo>
                      <a:cubicBezTo>
                        <a:pt x="442553" y="544525"/>
                        <a:pt x="418373" y="544525"/>
                        <a:pt x="388546" y="544525"/>
                      </a:cubicBezTo>
                      <a:lnTo>
                        <a:pt x="52980" y="544525"/>
                      </a:lnTo>
                      <a:cubicBezTo>
                        <a:pt x="23153" y="544525"/>
                        <a:pt x="-1027" y="544525"/>
                        <a:pt x="-1027" y="544525"/>
                      </a:cubicBezTo>
                      <a:lnTo>
                        <a:pt x="-1027" y="362"/>
                      </a:lnTo>
                      <a:cubicBezTo>
                        <a:pt x="-1027" y="362"/>
                        <a:pt x="23153" y="362"/>
                        <a:pt x="52980" y="362"/>
                      </a:cubicBezTo>
                      <a:close/>
                    </a:path>
                  </a:pathLst>
                </a:custGeom>
                <a:solidFill>
                  <a:srgbClr val="F05224"/>
                </a:solidFill>
                <a:ln w="9525" cap="flat">
                  <a:noFill/>
                  <a:prstDash val="solid"/>
                  <a:miter/>
                </a:ln>
              </p:spPr>
              <p:txBody>
                <a:bodyPr rtlCol="0" anchor="ctr"/>
                <a:lstStyle/>
                <a:p>
                  <a:endParaRPr lang="zh-CN" altLang="en-US">
                    <a:cs typeface="+mn-ea"/>
                    <a:sym typeface="+mn-lt"/>
                  </a:endParaRPr>
                </a:p>
              </p:txBody>
            </p:sp>
            <p:sp>
              <p:nvSpPr>
                <p:cNvPr id="31" name="iṧliďé"/>
                <p:cNvSpPr/>
                <p:nvPr/>
              </p:nvSpPr>
              <p:spPr>
                <a:xfrm>
                  <a:off x="3948542" y="2961160"/>
                  <a:ext cx="307181" cy="449199"/>
                </a:xfrm>
                <a:custGeom>
                  <a:avLst/>
                  <a:gdLst>
                    <a:gd name="connsiteX0" fmla="*/ 307181 w 307181"/>
                    <a:gd name="connsiteY0" fmla="*/ 0 h 449199"/>
                    <a:gd name="connsiteX1" fmla="*/ 0 w 307181"/>
                    <a:gd name="connsiteY1" fmla="*/ 449199 h 449199"/>
                  </a:gdLst>
                  <a:ahLst/>
                  <a:cxnLst>
                    <a:cxn ang="0">
                      <a:pos x="connsiteX0" y="connsiteY0"/>
                    </a:cxn>
                    <a:cxn ang="0">
                      <a:pos x="connsiteX1" y="connsiteY1"/>
                    </a:cxn>
                  </a:cxnLst>
                  <a:rect l="l" t="t" r="r" b="b"/>
                  <a:pathLst>
                    <a:path w="307181" h="449199">
                      <a:moveTo>
                        <a:pt x="307181" y="0"/>
                      </a:moveTo>
                      <a:lnTo>
                        <a:pt x="0" y="449199"/>
                      </a:lnTo>
                    </a:path>
                  </a:pathLst>
                </a:custGeom>
                <a:ln w="4763" cap="flat">
                  <a:solidFill>
                    <a:srgbClr val="FFFFFF">
                      <a:alpha val="58000"/>
                    </a:srgbClr>
                  </a:solidFill>
                  <a:prstDash val="solid"/>
                  <a:miter/>
                </a:ln>
              </p:spPr>
              <p:txBody>
                <a:bodyPr rtlCol="0" anchor="ctr"/>
                <a:lstStyle/>
                <a:p>
                  <a:endParaRPr lang="zh-CN" altLang="en-US">
                    <a:cs typeface="+mn-ea"/>
                    <a:sym typeface="+mn-lt"/>
                  </a:endParaRPr>
                </a:p>
              </p:txBody>
            </p:sp>
            <p:sp>
              <p:nvSpPr>
                <p:cNvPr id="32" name="íŝḷïdè"/>
                <p:cNvSpPr/>
                <p:nvPr/>
              </p:nvSpPr>
              <p:spPr>
                <a:xfrm rot="2062201">
                  <a:off x="3961090" y="2983412"/>
                  <a:ext cx="416813" cy="511301"/>
                </a:xfrm>
                <a:custGeom>
                  <a:avLst/>
                  <a:gdLst>
                    <a:gd name="connsiteX0" fmla="*/ 361780 w 416813"/>
                    <a:gd name="connsiteY0" fmla="*/ 362 h 511301"/>
                    <a:gd name="connsiteX1" fmla="*/ 415788 w 416813"/>
                    <a:gd name="connsiteY1" fmla="*/ 362 h 511301"/>
                    <a:gd name="connsiteX2" fmla="*/ 415788 w 416813"/>
                    <a:gd name="connsiteY2" fmla="*/ 511664 h 511301"/>
                    <a:gd name="connsiteX3" fmla="*/ 361780 w 416813"/>
                    <a:gd name="connsiteY3" fmla="*/ 511664 h 511301"/>
                    <a:gd name="connsiteX4" fmla="*/ 52980 w 416813"/>
                    <a:gd name="connsiteY4" fmla="*/ 511664 h 511301"/>
                    <a:gd name="connsiteX5" fmla="*/ -1028 w 416813"/>
                    <a:gd name="connsiteY5" fmla="*/ 511664 h 511301"/>
                    <a:gd name="connsiteX6" fmla="*/ -1028 w 416813"/>
                    <a:gd name="connsiteY6" fmla="*/ 362 h 511301"/>
                    <a:gd name="connsiteX7" fmla="*/ 52980 w 416813"/>
                    <a:gd name="connsiteY7" fmla="*/ 362 h 511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813" h="511301">
                      <a:moveTo>
                        <a:pt x="361780" y="362"/>
                      </a:moveTo>
                      <a:cubicBezTo>
                        <a:pt x="391608" y="362"/>
                        <a:pt x="415788" y="362"/>
                        <a:pt x="415788" y="362"/>
                      </a:cubicBezTo>
                      <a:lnTo>
                        <a:pt x="415788" y="511664"/>
                      </a:lnTo>
                      <a:cubicBezTo>
                        <a:pt x="415788" y="511664"/>
                        <a:pt x="391608" y="511664"/>
                        <a:pt x="361780" y="511664"/>
                      </a:cubicBezTo>
                      <a:lnTo>
                        <a:pt x="52980" y="511664"/>
                      </a:lnTo>
                      <a:cubicBezTo>
                        <a:pt x="23152" y="511664"/>
                        <a:pt x="-1028" y="511664"/>
                        <a:pt x="-1028" y="511664"/>
                      </a:cubicBezTo>
                      <a:lnTo>
                        <a:pt x="-1028" y="362"/>
                      </a:lnTo>
                      <a:cubicBezTo>
                        <a:pt x="-1028" y="362"/>
                        <a:pt x="23152" y="362"/>
                        <a:pt x="52980" y="362"/>
                      </a:cubicBezTo>
                      <a:close/>
                    </a:path>
                  </a:pathLst>
                </a:custGeom>
                <a:solidFill>
                  <a:srgbClr val="0798DB"/>
                </a:solidFill>
                <a:ln w="9525" cap="flat">
                  <a:noFill/>
                  <a:prstDash val="solid"/>
                  <a:miter/>
                </a:ln>
              </p:spPr>
              <p:txBody>
                <a:bodyPr rtlCol="0" anchor="ctr"/>
                <a:lstStyle/>
                <a:p>
                  <a:endParaRPr lang="zh-CN" altLang="en-US">
                    <a:cs typeface="+mn-ea"/>
                    <a:sym typeface="+mn-lt"/>
                  </a:endParaRPr>
                </a:p>
              </p:txBody>
            </p:sp>
            <p:sp>
              <p:nvSpPr>
                <p:cNvPr id="33" name="îṡḻîḍe"/>
                <p:cNvSpPr/>
                <p:nvPr/>
              </p:nvSpPr>
              <p:spPr>
                <a:xfrm rot="2062201">
                  <a:off x="3962665" y="2989361"/>
                  <a:ext cx="399192" cy="489584"/>
                </a:xfrm>
                <a:custGeom>
                  <a:avLst/>
                  <a:gdLst>
                    <a:gd name="connsiteX0" fmla="*/ 344159 w 399192"/>
                    <a:gd name="connsiteY0" fmla="*/ 362 h 489584"/>
                    <a:gd name="connsiteX1" fmla="*/ 398166 w 399192"/>
                    <a:gd name="connsiteY1" fmla="*/ 362 h 489584"/>
                    <a:gd name="connsiteX2" fmla="*/ 398166 w 399192"/>
                    <a:gd name="connsiteY2" fmla="*/ 489947 h 489584"/>
                    <a:gd name="connsiteX3" fmla="*/ 344159 w 399192"/>
                    <a:gd name="connsiteY3" fmla="*/ 489947 h 489584"/>
                    <a:gd name="connsiteX4" fmla="*/ 52980 w 399192"/>
                    <a:gd name="connsiteY4" fmla="*/ 489947 h 489584"/>
                    <a:gd name="connsiteX5" fmla="*/ -1027 w 399192"/>
                    <a:gd name="connsiteY5" fmla="*/ 489947 h 489584"/>
                    <a:gd name="connsiteX6" fmla="*/ -1027 w 399192"/>
                    <a:gd name="connsiteY6" fmla="*/ 362 h 489584"/>
                    <a:gd name="connsiteX7" fmla="*/ 52980 w 399192"/>
                    <a:gd name="connsiteY7" fmla="*/ 362 h 489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192" h="489584">
                      <a:moveTo>
                        <a:pt x="344159" y="362"/>
                      </a:moveTo>
                      <a:cubicBezTo>
                        <a:pt x="373986" y="362"/>
                        <a:pt x="398166" y="362"/>
                        <a:pt x="398166" y="362"/>
                      </a:cubicBezTo>
                      <a:lnTo>
                        <a:pt x="398166" y="489947"/>
                      </a:lnTo>
                      <a:cubicBezTo>
                        <a:pt x="398166" y="489947"/>
                        <a:pt x="373986" y="489947"/>
                        <a:pt x="344159" y="489947"/>
                      </a:cubicBezTo>
                      <a:lnTo>
                        <a:pt x="52980" y="489947"/>
                      </a:lnTo>
                      <a:cubicBezTo>
                        <a:pt x="23153" y="489947"/>
                        <a:pt x="-1027" y="489947"/>
                        <a:pt x="-1027" y="489947"/>
                      </a:cubicBezTo>
                      <a:lnTo>
                        <a:pt x="-1027" y="362"/>
                      </a:lnTo>
                      <a:cubicBezTo>
                        <a:pt x="-1027" y="362"/>
                        <a:pt x="23153" y="362"/>
                        <a:pt x="52980" y="362"/>
                      </a:cubicBezTo>
                      <a:close/>
                    </a:path>
                  </a:pathLst>
                </a:custGeom>
                <a:solidFill>
                  <a:srgbClr val="FFFFFF"/>
                </a:solidFill>
                <a:ln w="9525" cap="flat">
                  <a:noFill/>
                  <a:prstDash val="solid"/>
                  <a:miter/>
                </a:ln>
              </p:spPr>
              <p:txBody>
                <a:bodyPr rtlCol="0" anchor="ctr"/>
                <a:lstStyle/>
                <a:p>
                  <a:endParaRPr lang="zh-CN" altLang="en-US">
                    <a:cs typeface="+mn-ea"/>
                    <a:sym typeface="+mn-lt"/>
                  </a:endParaRPr>
                </a:p>
              </p:txBody>
            </p:sp>
            <p:sp>
              <p:nvSpPr>
                <p:cNvPr id="34" name="íṧ1ïḓê"/>
                <p:cNvSpPr/>
                <p:nvPr/>
              </p:nvSpPr>
              <p:spPr>
                <a:xfrm rot="2062201">
                  <a:off x="3930484" y="2962459"/>
                  <a:ext cx="416813" cy="511301"/>
                </a:xfrm>
                <a:custGeom>
                  <a:avLst/>
                  <a:gdLst>
                    <a:gd name="connsiteX0" fmla="*/ 361781 w 416813"/>
                    <a:gd name="connsiteY0" fmla="*/ 362 h 511301"/>
                    <a:gd name="connsiteX1" fmla="*/ 415788 w 416813"/>
                    <a:gd name="connsiteY1" fmla="*/ 362 h 511301"/>
                    <a:gd name="connsiteX2" fmla="*/ 415788 w 416813"/>
                    <a:gd name="connsiteY2" fmla="*/ 511664 h 511301"/>
                    <a:gd name="connsiteX3" fmla="*/ 361781 w 416813"/>
                    <a:gd name="connsiteY3" fmla="*/ 511664 h 511301"/>
                    <a:gd name="connsiteX4" fmla="*/ 52980 w 416813"/>
                    <a:gd name="connsiteY4" fmla="*/ 511664 h 511301"/>
                    <a:gd name="connsiteX5" fmla="*/ -1027 w 416813"/>
                    <a:gd name="connsiteY5" fmla="*/ 511664 h 511301"/>
                    <a:gd name="connsiteX6" fmla="*/ -1027 w 416813"/>
                    <a:gd name="connsiteY6" fmla="*/ 362 h 511301"/>
                    <a:gd name="connsiteX7" fmla="*/ 52980 w 416813"/>
                    <a:gd name="connsiteY7" fmla="*/ 362 h 511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813" h="511301">
                      <a:moveTo>
                        <a:pt x="361781" y="362"/>
                      </a:moveTo>
                      <a:cubicBezTo>
                        <a:pt x="391608" y="362"/>
                        <a:pt x="415788" y="362"/>
                        <a:pt x="415788" y="362"/>
                      </a:cubicBezTo>
                      <a:lnTo>
                        <a:pt x="415788" y="511664"/>
                      </a:lnTo>
                      <a:cubicBezTo>
                        <a:pt x="415788" y="511664"/>
                        <a:pt x="391608" y="511664"/>
                        <a:pt x="361781" y="511664"/>
                      </a:cubicBezTo>
                      <a:lnTo>
                        <a:pt x="52980" y="511664"/>
                      </a:lnTo>
                      <a:cubicBezTo>
                        <a:pt x="23153" y="511664"/>
                        <a:pt x="-1027" y="511664"/>
                        <a:pt x="-1027" y="511664"/>
                      </a:cubicBezTo>
                      <a:lnTo>
                        <a:pt x="-1027" y="362"/>
                      </a:lnTo>
                      <a:cubicBezTo>
                        <a:pt x="-1027" y="362"/>
                        <a:pt x="23153" y="362"/>
                        <a:pt x="52980" y="362"/>
                      </a:cubicBezTo>
                      <a:close/>
                    </a:path>
                  </a:pathLst>
                </a:custGeom>
                <a:solidFill>
                  <a:srgbClr val="0798DB"/>
                </a:solidFill>
                <a:ln w="9525" cap="flat">
                  <a:noFill/>
                  <a:prstDash val="solid"/>
                  <a:miter/>
                </a:ln>
              </p:spPr>
              <p:txBody>
                <a:bodyPr rtlCol="0" anchor="ctr"/>
                <a:lstStyle/>
                <a:p>
                  <a:endParaRPr lang="zh-CN" altLang="en-US">
                    <a:cs typeface="+mn-ea"/>
                    <a:sym typeface="+mn-lt"/>
                  </a:endParaRPr>
                </a:p>
              </p:txBody>
            </p:sp>
            <p:sp>
              <p:nvSpPr>
                <p:cNvPr id="35" name="iṩḷíḋe"/>
                <p:cNvSpPr/>
                <p:nvPr/>
              </p:nvSpPr>
              <p:spPr>
                <a:xfrm>
                  <a:off x="3864436" y="2918393"/>
                  <a:ext cx="288702" cy="422052"/>
                </a:xfrm>
                <a:custGeom>
                  <a:avLst/>
                  <a:gdLst>
                    <a:gd name="connsiteX0" fmla="*/ 288703 w 288702"/>
                    <a:gd name="connsiteY0" fmla="*/ 0 h 422052"/>
                    <a:gd name="connsiteX1" fmla="*/ 0 w 288702"/>
                    <a:gd name="connsiteY1" fmla="*/ 422053 h 422052"/>
                  </a:gdLst>
                  <a:ahLst/>
                  <a:cxnLst>
                    <a:cxn ang="0">
                      <a:pos x="connsiteX0" y="connsiteY0"/>
                    </a:cxn>
                    <a:cxn ang="0">
                      <a:pos x="connsiteX1" y="connsiteY1"/>
                    </a:cxn>
                  </a:cxnLst>
                  <a:rect l="l" t="t" r="r" b="b"/>
                  <a:pathLst>
                    <a:path w="288702" h="422052">
                      <a:moveTo>
                        <a:pt x="288703" y="0"/>
                      </a:moveTo>
                      <a:lnTo>
                        <a:pt x="0" y="422053"/>
                      </a:lnTo>
                    </a:path>
                  </a:pathLst>
                </a:custGeom>
                <a:ln w="4763" cap="flat">
                  <a:solidFill>
                    <a:srgbClr val="FFFFFF">
                      <a:alpha val="58000"/>
                    </a:srgbClr>
                  </a:solidFill>
                  <a:prstDash val="solid"/>
                  <a:miter/>
                </a:ln>
              </p:spPr>
              <p:txBody>
                <a:bodyPr rtlCol="0" anchor="ctr"/>
                <a:lstStyle/>
                <a:p>
                  <a:endParaRPr lang="zh-CN" altLang="en-US">
                    <a:cs typeface="+mn-ea"/>
                    <a:sym typeface="+mn-lt"/>
                  </a:endParaRPr>
                </a:p>
              </p:txBody>
            </p:sp>
            <p:sp>
              <p:nvSpPr>
                <p:cNvPr id="36" name="ïṥlîḓé"/>
                <p:cNvSpPr/>
                <p:nvPr/>
              </p:nvSpPr>
              <p:spPr>
                <a:xfrm>
                  <a:off x="3629747" y="2818398"/>
                  <a:ext cx="726039" cy="826694"/>
                </a:xfrm>
                <a:custGeom>
                  <a:avLst/>
                  <a:gdLst>
                    <a:gd name="connsiteX0" fmla="*/ 148318 w 726039"/>
                    <a:gd name="connsiteY0" fmla="*/ 16442 h 826694"/>
                    <a:gd name="connsiteX1" fmla="*/ 139460 w 726039"/>
                    <a:gd name="connsiteY1" fmla="*/ 531649 h 826694"/>
                    <a:gd name="connsiteX2" fmla="*/ 630093 w 726039"/>
                    <a:gd name="connsiteY2" fmla="*/ 826067 h 826694"/>
                    <a:gd name="connsiteX3" fmla="*/ 659716 w 726039"/>
                    <a:gd name="connsiteY3" fmla="*/ 812065 h 826694"/>
                    <a:gd name="connsiteX4" fmla="*/ 685909 w 726039"/>
                    <a:gd name="connsiteY4" fmla="*/ 785871 h 826694"/>
                    <a:gd name="connsiteX5" fmla="*/ 708770 w 726039"/>
                    <a:gd name="connsiteY5" fmla="*/ 744057 h 826694"/>
                    <a:gd name="connsiteX6" fmla="*/ 638475 w 726039"/>
                    <a:gd name="connsiteY6" fmla="*/ 640901 h 826694"/>
                    <a:gd name="connsiteX7" fmla="*/ 677527 w 726039"/>
                    <a:gd name="connsiteY7" fmla="*/ 597467 h 826694"/>
                    <a:gd name="connsiteX8" fmla="*/ 597231 w 726039"/>
                    <a:gd name="connsiteY8" fmla="*/ 562320 h 826694"/>
                    <a:gd name="connsiteX9" fmla="*/ 285002 w 726039"/>
                    <a:gd name="connsiteY9" fmla="*/ 308002 h 826694"/>
                    <a:gd name="connsiteX10" fmla="*/ 377490 w 726039"/>
                    <a:gd name="connsiteY10" fmla="*/ 199703 h 826694"/>
                    <a:gd name="connsiteX11" fmla="*/ 148318 w 726039"/>
                    <a:gd name="connsiteY11" fmla="*/ 16442 h 826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26039" h="826694">
                      <a:moveTo>
                        <a:pt x="148318" y="16442"/>
                      </a:moveTo>
                      <a:cubicBezTo>
                        <a:pt x="148318" y="16442"/>
                        <a:pt x="-181723" y="279618"/>
                        <a:pt x="139460" y="531649"/>
                      </a:cubicBezTo>
                      <a:cubicBezTo>
                        <a:pt x="398159" y="716720"/>
                        <a:pt x="607804" y="839402"/>
                        <a:pt x="630093" y="826067"/>
                      </a:cubicBezTo>
                      <a:cubicBezTo>
                        <a:pt x="643522" y="827019"/>
                        <a:pt x="660287" y="820447"/>
                        <a:pt x="659716" y="812065"/>
                      </a:cubicBezTo>
                      <a:cubicBezTo>
                        <a:pt x="659144" y="803683"/>
                        <a:pt x="687052" y="821590"/>
                        <a:pt x="685909" y="785871"/>
                      </a:cubicBezTo>
                      <a:cubicBezTo>
                        <a:pt x="695434" y="778632"/>
                        <a:pt x="726009" y="782538"/>
                        <a:pt x="708770" y="744057"/>
                      </a:cubicBezTo>
                      <a:cubicBezTo>
                        <a:pt x="725438" y="733484"/>
                        <a:pt x="755632" y="720149"/>
                        <a:pt x="638475" y="640901"/>
                      </a:cubicBezTo>
                      <a:cubicBezTo>
                        <a:pt x="641237" y="623661"/>
                        <a:pt x="680861" y="612326"/>
                        <a:pt x="677527" y="597467"/>
                      </a:cubicBezTo>
                      <a:cubicBezTo>
                        <a:pt x="674194" y="582608"/>
                        <a:pt x="623425" y="572892"/>
                        <a:pt x="597231" y="562320"/>
                      </a:cubicBezTo>
                      <a:cubicBezTo>
                        <a:pt x="571037" y="551747"/>
                        <a:pt x="312339" y="349817"/>
                        <a:pt x="285002" y="308002"/>
                      </a:cubicBezTo>
                      <a:cubicBezTo>
                        <a:pt x="257666" y="266188"/>
                        <a:pt x="377490" y="199703"/>
                        <a:pt x="377490" y="199703"/>
                      </a:cubicBezTo>
                      <a:cubicBezTo>
                        <a:pt x="377490" y="199703"/>
                        <a:pt x="231472" y="-66711"/>
                        <a:pt x="148318" y="16442"/>
                      </a:cubicBezTo>
                      <a:close/>
                    </a:path>
                  </a:pathLst>
                </a:custGeom>
                <a:solidFill>
                  <a:schemeClr val="accent1">
                    <a:lumMod val="40000"/>
                    <a:lumOff val="60000"/>
                  </a:schemeClr>
                </a:solidFill>
                <a:ln w="9525" cap="flat">
                  <a:noFill/>
                  <a:prstDash val="solid"/>
                  <a:miter/>
                </a:ln>
              </p:spPr>
              <p:txBody>
                <a:bodyPr rtlCol="0" anchor="ctr"/>
                <a:lstStyle/>
                <a:p>
                  <a:endParaRPr lang="zh-CN" altLang="en-US">
                    <a:cs typeface="+mn-ea"/>
                    <a:sym typeface="+mn-lt"/>
                  </a:endParaRPr>
                </a:p>
              </p:txBody>
            </p:sp>
            <p:sp>
              <p:nvSpPr>
                <p:cNvPr id="37" name="íŝḻiḋè"/>
                <p:cNvSpPr/>
                <p:nvPr/>
              </p:nvSpPr>
              <p:spPr>
                <a:xfrm>
                  <a:off x="3764932" y="2580164"/>
                  <a:ext cx="1334467" cy="588067"/>
                </a:xfrm>
                <a:custGeom>
                  <a:avLst/>
                  <a:gdLst>
                    <a:gd name="connsiteX0" fmla="*/ 392133 w 1334467"/>
                    <a:gd name="connsiteY0" fmla="*/ 287347 h 588067"/>
                    <a:gd name="connsiteX1" fmla="*/ 189536 w 1334467"/>
                    <a:gd name="connsiteY1" fmla="*/ 492515 h 588067"/>
                    <a:gd name="connsiteX2" fmla="*/ -964 w 1334467"/>
                    <a:gd name="connsiteY2" fmla="*/ 245341 h 588067"/>
                    <a:gd name="connsiteX3" fmla="*/ 325172 w 1334467"/>
                    <a:gd name="connsiteY3" fmla="*/ 59223 h 588067"/>
                    <a:gd name="connsiteX4" fmla="*/ 650069 w 1334467"/>
                    <a:gd name="connsiteY4" fmla="*/ 20075 h 588067"/>
                    <a:gd name="connsiteX5" fmla="*/ 808756 w 1334467"/>
                    <a:gd name="connsiteY5" fmla="*/ 110181 h 588067"/>
                    <a:gd name="connsiteX6" fmla="*/ 882670 w 1334467"/>
                    <a:gd name="connsiteY6" fmla="*/ 34744 h 588067"/>
                    <a:gd name="connsiteX7" fmla="*/ 1081838 w 1334467"/>
                    <a:gd name="connsiteY7" fmla="*/ 140947 h 588067"/>
                    <a:gd name="connsiteX8" fmla="*/ 1333394 w 1334467"/>
                    <a:gd name="connsiteY8" fmla="*/ 446605 h 588067"/>
                    <a:gd name="connsiteX9" fmla="*/ 1027165 w 1334467"/>
                    <a:gd name="connsiteY9" fmla="*/ 588336 h 588067"/>
                    <a:gd name="connsiteX10" fmla="*/ 928962 w 1334467"/>
                    <a:gd name="connsiteY10" fmla="*/ 331162 h 588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4467" h="588067">
                      <a:moveTo>
                        <a:pt x="392133" y="287347"/>
                      </a:moveTo>
                      <a:cubicBezTo>
                        <a:pt x="392133" y="287347"/>
                        <a:pt x="204491" y="493087"/>
                        <a:pt x="189536" y="492515"/>
                      </a:cubicBezTo>
                      <a:cubicBezTo>
                        <a:pt x="174582" y="491944"/>
                        <a:pt x="-4869" y="330590"/>
                        <a:pt x="-964" y="245341"/>
                      </a:cubicBezTo>
                      <a:cubicBezTo>
                        <a:pt x="942" y="202288"/>
                        <a:pt x="214016" y="105229"/>
                        <a:pt x="325172" y="59223"/>
                      </a:cubicBezTo>
                      <a:cubicBezTo>
                        <a:pt x="433281" y="14550"/>
                        <a:pt x="579299" y="-24597"/>
                        <a:pt x="650069" y="20075"/>
                      </a:cubicBezTo>
                      <a:cubicBezTo>
                        <a:pt x="694170" y="57699"/>
                        <a:pt x="683313" y="106467"/>
                        <a:pt x="808756" y="110181"/>
                      </a:cubicBezTo>
                      <a:cubicBezTo>
                        <a:pt x="852571" y="111420"/>
                        <a:pt x="882670" y="34744"/>
                        <a:pt x="882670" y="34744"/>
                      </a:cubicBezTo>
                      <a:cubicBezTo>
                        <a:pt x="882670" y="34744"/>
                        <a:pt x="1010972" y="59223"/>
                        <a:pt x="1081838" y="140947"/>
                      </a:cubicBezTo>
                      <a:cubicBezTo>
                        <a:pt x="1135083" y="202479"/>
                        <a:pt x="1329488" y="409266"/>
                        <a:pt x="1333394" y="446605"/>
                      </a:cubicBezTo>
                      <a:cubicBezTo>
                        <a:pt x="1337298" y="483942"/>
                        <a:pt x="1094220" y="592051"/>
                        <a:pt x="1027165" y="588336"/>
                      </a:cubicBezTo>
                      <a:cubicBezTo>
                        <a:pt x="960109" y="584622"/>
                        <a:pt x="928962" y="331162"/>
                        <a:pt x="928962" y="331162"/>
                      </a:cubicBezTo>
                    </a:path>
                  </a:pathLst>
                </a:custGeom>
                <a:solidFill>
                  <a:schemeClr val="accent2"/>
                </a:solidFill>
                <a:ln w="9525" cap="flat">
                  <a:noFill/>
                  <a:prstDash val="solid"/>
                  <a:miter/>
                </a:ln>
              </p:spPr>
              <p:txBody>
                <a:bodyPr rtlCol="0" anchor="ctr"/>
                <a:lstStyle/>
                <a:p>
                  <a:endParaRPr lang="zh-CN" altLang="en-US">
                    <a:cs typeface="+mn-ea"/>
                    <a:sym typeface="+mn-lt"/>
                  </a:endParaRPr>
                </a:p>
              </p:txBody>
            </p:sp>
            <p:sp>
              <p:nvSpPr>
                <p:cNvPr id="38" name="îṥľídé"/>
                <p:cNvSpPr/>
                <p:nvPr/>
              </p:nvSpPr>
              <p:spPr>
                <a:xfrm>
                  <a:off x="4208289" y="3573332"/>
                  <a:ext cx="80676" cy="56864"/>
                </a:xfrm>
                <a:custGeom>
                  <a:avLst/>
                  <a:gdLst>
                    <a:gd name="connsiteX0" fmla="*/ 80677 w 80676"/>
                    <a:gd name="connsiteY0" fmla="*/ 56864 h 56864"/>
                    <a:gd name="connsiteX1" fmla="*/ 0 w 80676"/>
                    <a:gd name="connsiteY1" fmla="*/ 0 h 56864"/>
                  </a:gdLst>
                  <a:ahLst/>
                  <a:cxnLst>
                    <a:cxn ang="0">
                      <a:pos x="connsiteX0" y="connsiteY0"/>
                    </a:cxn>
                    <a:cxn ang="0">
                      <a:pos x="connsiteX1" y="connsiteY1"/>
                    </a:cxn>
                  </a:cxnLst>
                  <a:rect l="l" t="t" r="r" b="b"/>
                  <a:pathLst>
                    <a:path w="80676" h="56864">
                      <a:moveTo>
                        <a:pt x="80677" y="56864"/>
                      </a:moveTo>
                      <a:lnTo>
                        <a:pt x="0" y="0"/>
                      </a:lnTo>
                    </a:path>
                  </a:pathLst>
                </a:custGeom>
                <a:ln w="4763" cap="rnd">
                  <a:solidFill>
                    <a:srgbClr val="FF8970"/>
                  </a:solidFill>
                  <a:prstDash val="solid"/>
                  <a:miter/>
                </a:ln>
              </p:spPr>
              <p:txBody>
                <a:bodyPr rtlCol="0" anchor="ctr"/>
                <a:lstStyle/>
                <a:p>
                  <a:endParaRPr lang="zh-CN" altLang="en-US">
                    <a:cs typeface="+mn-ea"/>
                    <a:sym typeface="+mn-lt"/>
                  </a:endParaRPr>
                </a:p>
              </p:txBody>
            </p:sp>
            <p:sp>
              <p:nvSpPr>
                <p:cNvPr id="39" name="ïşḷïḓè"/>
                <p:cNvSpPr/>
                <p:nvPr/>
              </p:nvSpPr>
              <p:spPr>
                <a:xfrm>
                  <a:off x="4222195" y="3532755"/>
                  <a:ext cx="94202" cy="68103"/>
                </a:xfrm>
                <a:custGeom>
                  <a:avLst/>
                  <a:gdLst>
                    <a:gd name="connsiteX0" fmla="*/ 94202 w 94202"/>
                    <a:gd name="connsiteY0" fmla="*/ 68104 h 68103"/>
                    <a:gd name="connsiteX1" fmla="*/ 0 w 94202"/>
                    <a:gd name="connsiteY1" fmla="*/ 0 h 68103"/>
                  </a:gdLst>
                  <a:ahLst/>
                  <a:cxnLst>
                    <a:cxn ang="0">
                      <a:pos x="connsiteX0" y="connsiteY0"/>
                    </a:cxn>
                    <a:cxn ang="0">
                      <a:pos x="connsiteX1" y="connsiteY1"/>
                    </a:cxn>
                  </a:cxnLst>
                  <a:rect l="l" t="t" r="r" b="b"/>
                  <a:pathLst>
                    <a:path w="94202" h="68103">
                      <a:moveTo>
                        <a:pt x="94202" y="68104"/>
                      </a:moveTo>
                      <a:lnTo>
                        <a:pt x="0" y="0"/>
                      </a:lnTo>
                    </a:path>
                  </a:pathLst>
                </a:custGeom>
                <a:ln w="4763" cap="rnd">
                  <a:solidFill>
                    <a:srgbClr val="FF8970"/>
                  </a:solidFill>
                  <a:prstDash val="solid"/>
                  <a:miter/>
                </a:ln>
              </p:spPr>
              <p:txBody>
                <a:bodyPr rtlCol="0" anchor="ctr"/>
                <a:lstStyle/>
                <a:p>
                  <a:endParaRPr lang="zh-CN" altLang="en-US">
                    <a:cs typeface="+mn-ea"/>
                    <a:sym typeface="+mn-lt"/>
                  </a:endParaRPr>
                </a:p>
              </p:txBody>
            </p:sp>
            <p:sp>
              <p:nvSpPr>
                <p:cNvPr id="40" name="iS1íďé"/>
                <p:cNvSpPr/>
                <p:nvPr/>
              </p:nvSpPr>
              <p:spPr>
                <a:xfrm>
                  <a:off x="4257628" y="3503323"/>
                  <a:ext cx="80391" cy="58769"/>
                </a:xfrm>
                <a:custGeom>
                  <a:avLst/>
                  <a:gdLst>
                    <a:gd name="connsiteX0" fmla="*/ 80391 w 80391"/>
                    <a:gd name="connsiteY0" fmla="*/ 58769 h 58769"/>
                    <a:gd name="connsiteX1" fmla="*/ 0 w 80391"/>
                    <a:gd name="connsiteY1" fmla="*/ 0 h 58769"/>
                  </a:gdLst>
                  <a:ahLst/>
                  <a:cxnLst>
                    <a:cxn ang="0">
                      <a:pos x="connsiteX0" y="connsiteY0"/>
                    </a:cxn>
                    <a:cxn ang="0">
                      <a:pos x="connsiteX1" y="connsiteY1"/>
                    </a:cxn>
                  </a:cxnLst>
                  <a:rect l="l" t="t" r="r" b="b"/>
                  <a:pathLst>
                    <a:path w="80391" h="58769">
                      <a:moveTo>
                        <a:pt x="80391" y="58769"/>
                      </a:moveTo>
                      <a:lnTo>
                        <a:pt x="0" y="0"/>
                      </a:lnTo>
                    </a:path>
                  </a:pathLst>
                </a:custGeom>
                <a:ln w="4763" cap="rnd">
                  <a:solidFill>
                    <a:srgbClr val="FF8970"/>
                  </a:solidFill>
                  <a:prstDash val="solid"/>
                  <a:miter/>
                </a:ln>
              </p:spPr>
              <p:txBody>
                <a:bodyPr rtlCol="0" anchor="ctr"/>
                <a:lstStyle/>
                <a:p>
                  <a:endParaRPr lang="zh-CN" altLang="en-US">
                    <a:cs typeface="+mn-ea"/>
                    <a:sym typeface="+mn-lt"/>
                  </a:endParaRPr>
                </a:p>
              </p:txBody>
            </p:sp>
            <p:sp>
              <p:nvSpPr>
                <p:cNvPr id="41" name="ïşľîďè"/>
                <p:cNvSpPr/>
                <p:nvPr/>
              </p:nvSpPr>
              <p:spPr>
                <a:xfrm>
                  <a:off x="5538169" y="3033550"/>
                  <a:ext cx="99440" cy="7334"/>
                </a:xfrm>
                <a:custGeom>
                  <a:avLst/>
                  <a:gdLst>
                    <a:gd name="connsiteX0" fmla="*/ 99441 w 99440"/>
                    <a:gd name="connsiteY0" fmla="*/ 0 h 7334"/>
                    <a:gd name="connsiteX1" fmla="*/ 0 w 99440"/>
                    <a:gd name="connsiteY1" fmla="*/ 7334 h 7334"/>
                  </a:gdLst>
                  <a:ahLst/>
                  <a:cxnLst>
                    <a:cxn ang="0">
                      <a:pos x="connsiteX0" y="connsiteY0"/>
                    </a:cxn>
                    <a:cxn ang="0">
                      <a:pos x="connsiteX1" y="connsiteY1"/>
                    </a:cxn>
                  </a:cxnLst>
                  <a:rect l="l" t="t" r="r" b="b"/>
                  <a:pathLst>
                    <a:path w="99440" h="7334">
                      <a:moveTo>
                        <a:pt x="99441" y="0"/>
                      </a:moveTo>
                      <a:lnTo>
                        <a:pt x="0" y="7334"/>
                      </a:lnTo>
                    </a:path>
                  </a:pathLst>
                </a:custGeom>
                <a:ln w="4763" cap="rnd">
                  <a:solidFill>
                    <a:schemeClr val="accent1"/>
                  </a:solidFill>
                  <a:prstDash val="solid"/>
                  <a:miter/>
                </a:ln>
              </p:spPr>
              <p:txBody>
                <a:bodyPr rtlCol="0" anchor="ctr"/>
                <a:lstStyle/>
                <a:p>
                  <a:endParaRPr lang="zh-CN" altLang="en-US">
                    <a:cs typeface="+mn-ea"/>
                    <a:sym typeface="+mn-lt"/>
                  </a:endParaRPr>
                </a:p>
              </p:txBody>
            </p:sp>
            <p:sp>
              <p:nvSpPr>
                <p:cNvPr id="42" name="i$ļíḋé"/>
                <p:cNvSpPr/>
                <p:nvPr/>
              </p:nvSpPr>
              <p:spPr>
                <a:xfrm>
                  <a:off x="5540360" y="3062411"/>
                  <a:ext cx="99345" cy="7429"/>
                </a:xfrm>
                <a:custGeom>
                  <a:avLst/>
                  <a:gdLst>
                    <a:gd name="connsiteX0" fmla="*/ 99346 w 99345"/>
                    <a:gd name="connsiteY0" fmla="*/ 0 h 7429"/>
                    <a:gd name="connsiteX1" fmla="*/ 0 w 99345"/>
                    <a:gd name="connsiteY1" fmla="*/ 7430 h 7429"/>
                  </a:gdLst>
                  <a:ahLst/>
                  <a:cxnLst>
                    <a:cxn ang="0">
                      <a:pos x="connsiteX0" y="connsiteY0"/>
                    </a:cxn>
                    <a:cxn ang="0">
                      <a:pos x="connsiteX1" y="connsiteY1"/>
                    </a:cxn>
                  </a:cxnLst>
                  <a:rect l="l" t="t" r="r" b="b"/>
                  <a:pathLst>
                    <a:path w="99345" h="7429">
                      <a:moveTo>
                        <a:pt x="99346" y="0"/>
                      </a:moveTo>
                      <a:lnTo>
                        <a:pt x="0" y="7430"/>
                      </a:lnTo>
                    </a:path>
                  </a:pathLst>
                </a:custGeom>
                <a:ln w="4763" cap="rnd">
                  <a:solidFill>
                    <a:schemeClr val="accent1"/>
                  </a:solidFill>
                  <a:prstDash val="solid"/>
                  <a:miter/>
                </a:ln>
              </p:spPr>
              <p:txBody>
                <a:bodyPr rtlCol="0" anchor="ctr"/>
                <a:lstStyle/>
                <a:p>
                  <a:endParaRPr lang="zh-CN" altLang="en-US">
                    <a:cs typeface="+mn-ea"/>
                    <a:sym typeface="+mn-lt"/>
                  </a:endParaRPr>
                </a:p>
              </p:txBody>
            </p:sp>
            <p:sp>
              <p:nvSpPr>
                <p:cNvPr id="43" name="iśļïḍe"/>
                <p:cNvSpPr/>
                <p:nvPr/>
              </p:nvSpPr>
              <p:spPr>
                <a:xfrm>
                  <a:off x="5492354" y="2514628"/>
                  <a:ext cx="106203" cy="522636"/>
                </a:xfrm>
                <a:custGeom>
                  <a:avLst/>
                  <a:gdLst>
                    <a:gd name="connsiteX0" fmla="*/ 106204 w 106203"/>
                    <a:gd name="connsiteY0" fmla="*/ 0 h 522636"/>
                    <a:gd name="connsiteX1" fmla="*/ 0 w 106203"/>
                    <a:gd name="connsiteY1" fmla="*/ 522637 h 522636"/>
                  </a:gdLst>
                  <a:ahLst/>
                  <a:cxnLst>
                    <a:cxn ang="0">
                      <a:pos x="connsiteX0" y="connsiteY0"/>
                    </a:cxn>
                    <a:cxn ang="0">
                      <a:pos x="connsiteX1" y="connsiteY1"/>
                    </a:cxn>
                  </a:cxnLst>
                  <a:rect l="l" t="t" r="r" b="b"/>
                  <a:pathLst>
                    <a:path w="106203" h="522636">
                      <a:moveTo>
                        <a:pt x="106204" y="0"/>
                      </a:moveTo>
                      <a:lnTo>
                        <a:pt x="0" y="522637"/>
                      </a:lnTo>
                    </a:path>
                  </a:pathLst>
                </a:custGeom>
                <a:ln w="19050" cap="flat">
                  <a:solidFill>
                    <a:srgbClr val="040006"/>
                  </a:solidFill>
                  <a:prstDash val="solid"/>
                  <a:miter/>
                </a:ln>
              </p:spPr>
              <p:txBody>
                <a:bodyPr rtlCol="0" anchor="ctr"/>
                <a:lstStyle/>
                <a:p>
                  <a:endParaRPr lang="zh-CN" altLang="en-US">
                    <a:cs typeface="+mn-ea"/>
                    <a:sym typeface="+mn-lt"/>
                  </a:endParaRPr>
                </a:p>
              </p:txBody>
            </p:sp>
            <p:sp>
              <p:nvSpPr>
                <p:cNvPr id="44" name="íṧľiḓè"/>
                <p:cNvSpPr/>
                <p:nvPr/>
              </p:nvSpPr>
              <p:spPr>
                <a:xfrm>
                  <a:off x="5418345" y="2970260"/>
                  <a:ext cx="103679" cy="64528"/>
                </a:xfrm>
                <a:custGeom>
                  <a:avLst/>
                  <a:gdLst>
                    <a:gd name="connsiteX0" fmla="*/ -1027 w 103679"/>
                    <a:gd name="connsiteY0" fmla="*/ 19646 h 64528"/>
                    <a:gd name="connsiteX1" fmla="*/ 99081 w 103679"/>
                    <a:gd name="connsiteY1" fmla="*/ 4311 h 64528"/>
                    <a:gd name="connsiteX2" fmla="*/ 99081 w 103679"/>
                    <a:gd name="connsiteY2" fmla="*/ 28505 h 64528"/>
                    <a:gd name="connsiteX3" fmla="*/ 30596 w 103679"/>
                    <a:gd name="connsiteY3" fmla="*/ 64890 h 64528"/>
                  </a:gdLst>
                  <a:ahLst/>
                  <a:cxnLst>
                    <a:cxn ang="0">
                      <a:pos x="connsiteX0" y="connsiteY0"/>
                    </a:cxn>
                    <a:cxn ang="0">
                      <a:pos x="connsiteX1" y="connsiteY1"/>
                    </a:cxn>
                    <a:cxn ang="0">
                      <a:pos x="connsiteX2" y="connsiteY2"/>
                    </a:cxn>
                    <a:cxn ang="0">
                      <a:pos x="connsiteX3" y="connsiteY3"/>
                    </a:cxn>
                  </a:cxnLst>
                  <a:rect l="l" t="t" r="r" b="b"/>
                  <a:pathLst>
                    <a:path w="103679" h="64528">
                      <a:moveTo>
                        <a:pt x="-1027" y="19646"/>
                      </a:moveTo>
                      <a:cubicBezTo>
                        <a:pt x="5449" y="14979"/>
                        <a:pt x="94223" y="-8929"/>
                        <a:pt x="99081" y="4311"/>
                      </a:cubicBezTo>
                      <a:cubicBezTo>
                        <a:pt x="103938" y="17551"/>
                        <a:pt x="103748" y="23361"/>
                        <a:pt x="99081" y="28505"/>
                      </a:cubicBezTo>
                      <a:cubicBezTo>
                        <a:pt x="94413" y="33648"/>
                        <a:pt x="30596" y="64890"/>
                        <a:pt x="30596" y="64890"/>
                      </a:cubicBezTo>
                    </a:path>
                  </a:pathLst>
                </a:custGeom>
                <a:solidFill>
                  <a:srgbClr val="E2ABA1"/>
                </a:solidFill>
                <a:ln w="9525" cap="flat">
                  <a:noFill/>
                  <a:prstDash val="solid"/>
                  <a:miter/>
                </a:ln>
              </p:spPr>
              <p:txBody>
                <a:bodyPr rtlCol="0" anchor="ctr"/>
                <a:lstStyle/>
                <a:p>
                  <a:endParaRPr lang="zh-CN" altLang="en-US">
                    <a:cs typeface="+mn-ea"/>
                    <a:sym typeface="+mn-lt"/>
                  </a:endParaRPr>
                </a:p>
              </p:txBody>
            </p:sp>
            <p:sp>
              <p:nvSpPr>
                <p:cNvPr id="45" name="íSḷïḍê"/>
                <p:cNvSpPr/>
                <p:nvPr/>
              </p:nvSpPr>
              <p:spPr>
                <a:xfrm>
                  <a:off x="5418345" y="2970260"/>
                  <a:ext cx="103679" cy="64528"/>
                </a:xfrm>
                <a:custGeom>
                  <a:avLst/>
                  <a:gdLst>
                    <a:gd name="connsiteX0" fmla="*/ -1027 w 103679"/>
                    <a:gd name="connsiteY0" fmla="*/ 19646 h 64528"/>
                    <a:gd name="connsiteX1" fmla="*/ 99081 w 103679"/>
                    <a:gd name="connsiteY1" fmla="*/ 4311 h 64528"/>
                    <a:gd name="connsiteX2" fmla="*/ 99081 w 103679"/>
                    <a:gd name="connsiteY2" fmla="*/ 28505 h 64528"/>
                    <a:gd name="connsiteX3" fmla="*/ 30596 w 103679"/>
                    <a:gd name="connsiteY3" fmla="*/ 64890 h 64528"/>
                  </a:gdLst>
                  <a:ahLst/>
                  <a:cxnLst>
                    <a:cxn ang="0">
                      <a:pos x="connsiteX0" y="connsiteY0"/>
                    </a:cxn>
                    <a:cxn ang="0">
                      <a:pos x="connsiteX1" y="connsiteY1"/>
                    </a:cxn>
                    <a:cxn ang="0">
                      <a:pos x="connsiteX2" y="connsiteY2"/>
                    </a:cxn>
                    <a:cxn ang="0">
                      <a:pos x="connsiteX3" y="connsiteY3"/>
                    </a:cxn>
                  </a:cxnLst>
                  <a:rect l="l" t="t" r="r" b="b"/>
                  <a:pathLst>
                    <a:path w="103679" h="64528">
                      <a:moveTo>
                        <a:pt x="-1027" y="19646"/>
                      </a:moveTo>
                      <a:cubicBezTo>
                        <a:pt x="5449" y="14979"/>
                        <a:pt x="94223" y="-8929"/>
                        <a:pt x="99081" y="4311"/>
                      </a:cubicBezTo>
                      <a:cubicBezTo>
                        <a:pt x="103938" y="17551"/>
                        <a:pt x="103748" y="23361"/>
                        <a:pt x="99081" y="28505"/>
                      </a:cubicBezTo>
                      <a:cubicBezTo>
                        <a:pt x="94413" y="33648"/>
                        <a:pt x="30596" y="64890"/>
                        <a:pt x="30596" y="64890"/>
                      </a:cubicBezTo>
                    </a:path>
                  </a:pathLst>
                </a:custGeom>
                <a:solidFill>
                  <a:schemeClr val="accent1">
                    <a:lumMod val="40000"/>
                    <a:lumOff val="60000"/>
                  </a:schemeClr>
                </a:solidFill>
                <a:ln w="4763" cap="flat">
                  <a:solidFill>
                    <a:schemeClr val="accent1"/>
                  </a:solidFill>
                  <a:prstDash val="solid"/>
                  <a:miter/>
                </a:ln>
              </p:spPr>
              <p:txBody>
                <a:bodyPr rtlCol="0" anchor="ctr"/>
                <a:lstStyle/>
                <a:p>
                  <a:endParaRPr lang="zh-CN" altLang="en-US">
                    <a:cs typeface="+mn-ea"/>
                    <a:sym typeface="+mn-lt"/>
                  </a:endParaRPr>
                </a:p>
              </p:txBody>
            </p:sp>
            <p:sp>
              <p:nvSpPr>
                <p:cNvPr id="46" name="íšḷíḋè"/>
                <p:cNvSpPr/>
                <p:nvPr/>
              </p:nvSpPr>
              <p:spPr>
                <a:xfrm>
                  <a:off x="4106712" y="5158477"/>
                  <a:ext cx="498125" cy="320227"/>
                </a:xfrm>
                <a:custGeom>
                  <a:avLst/>
                  <a:gdLst>
                    <a:gd name="connsiteX0" fmla="*/ 24063 w 498125"/>
                    <a:gd name="connsiteY0" fmla="*/ 6558 h 320227"/>
                    <a:gd name="connsiteX1" fmla="*/ -416 w 498125"/>
                    <a:gd name="connsiteY1" fmla="*/ 169721 h 320227"/>
                    <a:gd name="connsiteX2" fmla="*/ 25015 w 498125"/>
                    <a:gd name="connsiteY2" fmla="*/ 219347 h 320227"/>
                    <a:gd name="connsiteX3" fmla="*/ 462213 w 498125"/>
                    <a:gd name="connsiteY3" fmla="*/ 318978 h 320227"/>
                    <a:gd name="connsiteX4" fmla="*/ 495646 w 498125"/>
                    <a:gd name="connsiteY4" fmla="*/ 290403 h 320227"/>
                    <a:gd name="connsiteX5" fmla="*/ 487550 w 498125"/>
                    <a:gd name="connsiteY5" fmla="*/ 260495 h 320227"/>
                    <a:gd name="connsiteX6" fmla="*/ 442020 w 498125"/>
                    <a:gd name="connsiteY6" fmla="*/ 179723 h 320227"/>
                    <a:gd name="connsiteX7" fmla="*/ 407349 w 498125"/>
                    <a:gd name="connsiteY7" fmla="*/ 137527 h 320227"/>
                    <a:gd name="connsiteX8" fmla="*/ 340674 w 498125"/>
                    <a:gd name="connsiteY8" fmla="*/ 40848 h 320227"/>
                    <a:gd name="connsiteX9" fmla="*/ 321624 w 498125"/>
                    <a:gd name="connsiteY9" fmla="*/ 31990 h 320227"/>
                    <a:gd name="connsiteX10" fmla="*/ 31493 w 498125"/>
                    <a:gd name="connsiteY10" fmla="*/ 653 h 320227"/>
                    <a:gd name="connsiteX11" fmla="*/ 24063 w 498125"/>
                    <a:gd name="connsiteY11" fmla="*/ 6558 h 320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8125" h="320227">
                      <a:moveTo>
                        <a:pt x="24063" y="6558"/>
                      </a:moveTo>
                      <a:lnTo>
                        <a:pt x="-416" y="169721"/>
                      </a:lnTo>
                      <a:cubicBezTo>
                        <a:pt x="-3844" y="192486"/>
                        <a:pt x="7490" y="214679"/>
                        <a:pt x="25015" y="219347"/>
                      </a:cubicBezTo>
                      <a:lnTo>
                        <a:pt x="462213" y="318978"/>
                      </a:lnTo>
                      <a:cubicBezTo>
                        <a:pt x="482883" y="324503"/>
                        <a:pt x="502694" y="316025"/>
                        <a:pt x="495646" y="290403"/>
                      </a:cubicBezTo>
                      <a:lnTo>
                        <a:pt x="487550" y="260495"/>
                      </a:lnTo>
                      <a:cubicBezTo>
                        <a:pt x="474976" y="232186"/>
                        <a:pt x="459737" y="205140"/>
                        <a:pt x="442020" y="179723"/>
                      </a:cubicBezTo>
                      <a:cubicBezTo>
                        <a:pt x="430781" y="165340"/>
                        <a:pt x="417826" y="152481"/>
                        <a:pt x="407349" y="137527"/>
                      </a:cubicBezTo>
                      <a:lnTo>
                        <a:pt x="340674" y="40848"/>
                      </a:lnTo>
                      <a:cubicBezTo>
                        <a:pt x="335055" y="36514"/>
                        <a:pt x="328577" y="33488"/>
                        <a:pt x="321624" y="31990"/>
                      </a:cubicBezTo>
                      <a:lnTo>
                        <a:pt x="31493" y="653"/>
                      </a:lnTo>
                      <a:cubicBezTo>
                        <a:pt x="27778" y="-586"/>
                        <a:pt x="24731" y="2272"/>
                        <a:pt x="24063" y="6558"/>
                      </a:cubicBezTo>
                      <a:close/>
                    </a:path>
                  </a:pathLst>
                </a:custGeom>
                <a:solidFill>
                  <a:srgbClr val="06000E"/>
                </a:solidFill>
                <a:ln w="9525" cap="flat">
                  <a:noFill/>
                  <a:prstDash val="solid"/>
                  <a:miter/>
                </a:ln>
              </p:spPr>
              <p:txBody>
                <a:bodyPr rtlCol="0" anchor="ctr"/>
                <a:lstStyle/>
                <a:p>
                  <a:endParaRPr lang="zh-CN" altLang="en-US">
                    <a:cs typeface="+mn-ea"/>
                    <a:sym typeface="+mn-lt"/>
                  </a:endParaRPr>
                </a:p>
              </p:txBody>
            </p:sp>
            <p:sp>
              <p:nvSpPr>
                <p:cNvPr id="47" name="ïSļïḋê"/>
                <p:cNvSpPr/>
                <p:nvPr/>
              </p:nvSpPr>
              <p:spPr>
                <a:xfrm>
                  <a:off x="3161973" y="4953314"/>
                  <a:ext cx="390457" cy="504985"/>
                </a:xfrm>
                <a:custGeom>
                  <a:avLst/>
                  <a:gdLst>
                    <a:gd name="connsiteX0" fmla="*/ 114030 w 390457"/>
                    <a:gd name="connsiteY0" fmla="*/ 3410 h 504985"/>
                    <a:gd name="connsiteX1" fmla="*/ 10779 w 390457"/>
                    <a:gd name="connsiteY1" fmla="*/ 131521 h 504985"/>
                    <a:gd name="connsiteX2" fmla="*/ 7730 w 390457"/>
                    <a:gd name="connsiteY2" fmla="*/ 187243 h 504985"/>
                    <a:gd name="connsiteX3" fmla="*/ 334915 w 390457"/>
                    <a:gd name="connsiteY3" fmla="*/ 493852 h 504985"/>
                    <a:gd name="connsiteX4" fmla="*/ 378348 w 390457"/>
                    <a:gd name="connsiteY4" fmla="*/ 485851 h 504985"/>
                    <a:gd name="connsiteX5" fmla="*/ 386444 w 390457"/>
                    <a:gd name="connsiteY5" fmla="*/ 455943 h 504985"/>
                    <a:gd name="connsiteX6" fmla="*/ 387873 w 390457"/>
                    <a:gd name="connsiteY6" fmla="*/ 363169 h 504985"/>
                    <a:gd name="connsiteX7" fmla="*/ 379301 w 390457"/>
                    <a:gd name="connsiteY7" fmla="*/ 309258 h 504985"/>
                    <a:gd name="connsiteX8" fmla="*/ 369776 w 390457"/>
                    <a:gd name="connsiteY8" fmla="*/ 192005 h 504985"/>
                    <a:gd name="connsiteX9" fmla="*/ 357774 w 390457"/>
                    <a:gd name="connsiteY9" fmla="*/ 174670 h 504985"/>
                    <a:gd name="connsiteX10" fmla="*/ 122984 w 390457"/>
                    <a:gd name="connsiteY10" fmla="*/ 1315 h 504985"/>
                    <a:gd name="connsiteX11" fmla="*/ 114030 w 390457"/>
                    <a:gd name="connsiteY11" fmla="*/ 3410 h 504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90457" h="504985">
                      <a:moveTo>
                        <a:pt x="114030" y="3410"/>
                      </a:moveTo>
                      <a:lnTo>
                        <a:pt x="10779" y="131521"/>
                      </a:lnTo>
                      <a:cubicBezTo>
                        <a:pt x="-3699" y="149524"/>
                        <a:pt x="-5033" y="174384"/>
                        <a:pt x="7730" y="187243"/>
                      </a:cubicBezTo>
                      <a:lnTo>
                        <a:pt x="334915" y="493852"/>
                      </a:lnTo>
                      <a:cubicBezTo>
                        <a:pt x="349964" y="509092"/>
                        <a:pt x="371395" y="511759"/>
                        <a:pt x="378348" y="485851"/>
                      </a:cubicBezTo>
                      <a:lnTo>
                        <a:pt x="386444" y="455943"/>
                      </a:lnTo>
                      <a:cubicBezTo>
                        <a:pt x="389873" y="425132"/>
                        <a:pt x="390350" y="394070"/>
                        <a:pt x="387873" y="363169"/>
                      </a:cubicBezTo>
                      <a:cubicBezTo>
                        <a:pt x="385492" y="345072"/>
                        <a:pt x="380730" y="327451"/>
                        <a:pt x="379301" y="309258"/>
                      </a:cubicBezTo>
                      <a:lnTo>
                        <a:pt x="369776" y="192005"/>
                      </a:lnTo>
                      <a:cubicBezTo>
                        <a:pt x="367110" y="185426"/>
                        <a:pt x="363013" y="179512"/>
                        <a:pt x="357774" y="174670"/>
                      </a:cubicBezTo>
                      <a:lnTo>
                        <a:pt x="122984" y="1315"/>
                      </a:lnTo>
                      <a:cubicBezTo>
                        <a:pt x="119935" y="-539"/>
                        <a:pt x="115934" y="393"/>
                        <a:pt x="114030" y="3410"/>
                      </a:cubicBezTo>
                      <a:close/>
                    </a:path>
                  </a:pathLst>
                </a:custGeom>
                <a:solidFill>
                  <a:srgbClr val="06000E"/>
                </a:solidFill>
                <a:ln w="9525" cap="flat">
                  <a:noFill/>
                  <a:prstDash val="solid"/>
                  <a:miter/>
                </a:ln>
              </p:spPr>
              <p:txBody>
                <a:bodyPr rtlCol="0" anchor="ctr"/>
                <a:lstStyle/>
                <a:p>
                  <a:endParaRPr lang="zh-CN" altLang="en-US">
                    <a:cs typeface="+mn-ea"/>
                    <a:sym typeface="+mn-lt"/>
                  </a:endParaRPr>
                </a:p>
              </p:txBody>
            </p:sp>
          </p:grpSp>
        </p:grpSp>
        <p:sp>
          <p:nvSpPr>
            <p:cNvPr id="10" name="iśḷiḑè"/>
            <p:cNvSpPr/>
            <p:nvPr/>
          </p:nvSpPr>
          <p:spPr>
            <a:xfrm>
              <a:off x="672792" y="1277221"/>
              <a:ext cx="6616541" cy="1079500"/>
            </a:xfrm>
            <a:prstGeom prst="rect">
              <a:avLst/>
            </a:prstGeom>
          </p:spPr>
          <p:txBody>
            <a:bodyPr anchor="t" anchorCtr="0">
              <a:noAutofit/>
            </a:bodyPr>
            <a:lstStyle/>
            <a:p>
              <a:pPr>
                <a:buSzPct val="25000"/>
              </a:pPr>
              <a:endParaRPr lang="en-US" altLang="zh-CN" sz="4000" b="1" dirty="0">
                <a:solidFill>
                  <a:schemeClr val="accent1"/>
                </a:solidFill>
                <a:cs typeface="+mn-ea"/>
                <a:sym typeface="+mn-lt"/>
              </a:endParaRPr>
            </a:p>
          </p:txBody>
        </p:sp>
      </p:gr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ïS1íḍè"/>
        <p:cNvGrpSpPr/>
        <p:nvPr/>
      </p:nvGrpSpPr>
      <p:grpSpPr>
        <a:xfrm>
          <a:off x="0" y="0"/>
          <a:ext cx="0" cy="0"/>
          <a:chOff x="0" y="0"/>
          <a:chExt cx="0" cy="0"/>
        </a:xfrm>
      </p:grpSpPr>
      <p:sp>
        <p:nvSpPr>
          <p:cNvPr id="2" name="îṥ1ïḑê"/>
          <p:cNvSpPr>
            <a:spLocks noGrp="1"/>
          </p:cNvSpPr>
          <p:nvPr>
            <p:ph type="title"/>
          </p:nvPr>
        </p:nvSpPr>
        <p:spPr/>
        <p:txBody>
          <a:bodyPr/>
          <a:lstStyle/>
          <a:p>
            <a:r>
              <a:rPr lang="zh-CN" altLang="en-US">
                <a:latin typeface="+mn-lt"/>
                <a:ea typeface="+mn-ea"/>
                <a:cs typeface="+mn-ea"/>
                <a:sym typeface="+mn-lt"/>
              </a:rPr>
              <a:t>现有挑战</a:t>
            </a:r>
          </a:p>
        </p:txBody>
      </p:sp>
      <p:sp>
        <p:nvSpPr>
          <p:cNvPr id="3" name="îşľîdé"/>
          <p:cNvSpPr>
            <a:spLocks noGrp="1"/>
          </p:cNvSpPr>
          <p:nvPr>
            <p:ph type="sldNum" sz="quarter" idx="12"/>
          </p:nvPr>
        </p:nvSpPr>
        <p:spPr/>
        <p:txBody>
          <a:bodyPr/>
          <a:lstStyle/>
          <a:p>
            <a:fld id="{7F65B630-C7FF-41C0-9923-C5E5E29EED81}" type="slidenum">
              <a:rPr lang="zh-CN" altLang="en-US" smtClean="0">
                <a:cs typeface="+mn-ea"/>
                <a:sym typeface="+mn-lt"/>
              </a:rPr>
              <a:t>5</a:t>
            </a:fld>
            <a:endParaRPr lang="zh-CN" altLang="en-US">
              <a:cs typeface="+mn-ea"/>
              <a:sym typeface="+mn-lt"/>
            </a:endParaRPr>
          </a:p>
        </p:txBody>
      </p:sp>
      <p:grpSp>
        <p:nvGrpSpPr>
          <p:cNvPr id="30" name="î$1íḋê"/>
          <p:cNvGrpSpPr/>
          <p:nvPr>
            <p:custDataLst>
              <p:tags r:id="rId2"/>
            </p:custDataLst>
          </p:nvPr>
        </p:nvGrpSpPr>
        <p:grpSpPr>
          <a:xfrm>
            <a:off x="911783" y="671005"/>
            <a:ext cx="10356969" cy="5106357"/>
            <a:chOff x="911783" y="1478090"/>
            <a:chExt cx="10356969" cy="5106357"/>
          </a:xfrm>
        </p:grpSpPr>
        <p:sp>
          <p:nvSpPr>
            <p:cNvPr id="6" name="iSḷíḍé"/>
            <p:cNvSpPr/>
            <p:nvPr/>
          </p:nvSpPr>
          <p:spPr>
            <a:xfrm>
              <a:off x="8030250" y="1478090"/>
              <a:ext cx="3238502" cy="3683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marL="0" marR="0" lvl="0" indent="0" algn="r" defTabSz="914400" rtl="0" eaLnBrk="1" fontAlgn="auto" latinLnBrk="0" hangingPunct="1">
                <a:lnSpc>
                  <a:spcPct val="150000"/>
                </a:lnSpc>
                <a:spcBef>
                  <a:spcPts val="0"/>
                </a:spcBef>
                <a:spcAft>
                  <a:spcPts val="0"/>
                </a:spcAft>
                <a:buClrTx/>
                <a:buSzTx/>
                <a:buFontTx/>
                <a:buNone/>
                <a:defRPr/>
              </a:pPr>
              <a:endParaRPr kumimoji="0" lang="zh-CN" altLang="en-US" sz="1200" b="0" i="0" u="none" strike="noStrike" kern="1200" cap="none" spc="0" normalizeH="0" baseline="0" noProof="0">
                <a:ln>
                  <a:noFill/>
                </a:ln>
                <a:effectLst/>
                <a:uLnTx/>
                <a:uFillTx/>
                <a:cs typeface="+mn-ea"/>
                <a:sym typeface="+mn-lt"/>
              </a:endParaRPr>
            </a:p>
          </p:txBody>
        </p:sp>
        <p:grpSp>
          <p:nvGrpSpPr>
            <p:cNvPr id="7" name="îṣľîdê"/>
            <p:cNvGrpSpPr/>
            <p:nvPr/>
          </p:nvGrpSpPr>
          <p:grpSpPr>
            <a:xfrm>
              <a:off x="911783" y="3046831"/>
              <a:ext cx="10261696" cy="3537616"/>
              <a:chOff x="911783" y="3429000"/>
              <a:chExt cx="10261696" cy="3537616"/>
            </a:xfrm>
          </p:grpSpPr>
          <p:grpSp>
            <p:nvGrpSpPr>
              <p:cNvPr id="8" name="ïṥḷide"/>
              <p:cNvGrpSpPr/>
              <p:nvPr/>
            </p:nvGrpSpPr>
            <p:grpSpPr>
              <a:xfrm>
                <a:off x="911783" y="3429000"/>
                <a:ext cx="3068279" cy="3537616"/>
                <a:chOff x="650954" y="3429000"/>
                <a:chExt cx="3068279" cy="3537616"/>
              </a:xfrm>
            </p:grpSpPr>
            <p:sp>
              <p:nvSpPr>
                <p:cNvPr id="24" name="ïṧḷîdè"/>
                <p:cNvSpPr/>
                <p:nvPr>
                  <p:custDataLst>
                    <p:tags r:id="rId13"/>
                  </p:custDataLst>
                </p:nvPr>
              </p:nvSpPr>
              <p:spPr>
                <a:xfrm>
                  <a:off x="650954" y="3429000"/>
                  <a:ext cx="3068279" cy="635000"/>
                </a:xfrm>
                <a:prstGeom prst="roundRect">
                  <a:avLst/>
                </a:prstGeom>
                <a:gradFill>
                  <a:gsLst>
                    <a:gs pos="0">
                      <a:schemeClr val="accent1"/>
                    </a:gs>
                    <a:gs pos="50000">
                      <a:schemeClr val="accent2"/>
                    </a:gs>
                  </a:gsLst>
                  <a:lin ang="270000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r>
                    <a:rPr lang="zh-CN" altLang="en-US" b="1" dirty="0">
                      <a:solidFill>
                        <a:srgbClr val="FFFFFF"/>
                      </a:solidFill>
                      <a:cs typeface="+mn-ea"/>
                      <a:sym typeface="+mn-lt"/>
                    </a:rPr>
                    <a:t>非相邻位置和非相邻访问之间的相关性</a:t>
                  </a:r>
                </a:p>
              </p:txBody>
            </p:sp>
            <p:sp>
              <p:nvSpPr>
                <p:cNvPr id="26" name="ïŝḷiḋé"/>
                <p:cNvSpPr/>
                <p:nvPr>
                  <p:custDataLst>
                    <p:tags r:id="rId14"/>
                  </p:custDataLst>
                </p:nvPr>
              </p:nvSpPr>
              <p:spPr>
                <a:xfrm>
                  <a:off x="1619075" y="4613306"/>
                  <a:ext cx="2069052" cy="23533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a:ln>
                        <a:noFill/>
                      </a:ln>
                      <a:effectLst/>
                      <a:uLnTx/>
                      <a:uFillTx/>
                      <a:cs typeface="+mn-ea"/>
                      <a:sym typeface="+mn-lt"/>
                    </a:rPr>
                    <a:t>空间上不相邻且时间上非连续的访问点可能是功能相关的，然而过去的绝大多数模型只考虑空间上处于一个区域且时间上前后邻近的访问点的时空关联。</a:t>
                  </a:r>
                </a:p>
              </p:txBody>
            </p:sp>
            <p:sp>
              <p:nvSpPr>
                <p:cNvPr id="27" name="ïṧľiḓè"/>
                <p:cNvSpPr txBox="1"/>
                <p:nvPr>
                  <p:custDataLst>
                    <p:tags r:id="rId15"/>
                  </p:custDataLst>
                </p:nvPr>
              </p:nvSpPr>
              <p:spPr>
                <a:xfrm>
                  <a:off x="1007041" y="4613306"/>
                  <a:ext cx="540000" cy="540000"/>
                </a:xfrm>
                <a:prstGeom prst="roundRect">
                  <a:avLst>
                    <a:gd name="adj" fmla="val 50000"/>
                  </a:avLst>
                </a:prstGeom>
                <a:gradFill>
                  <a:gsLst>
                    <a:gs pos="0">
                      <a:schemeClr val="accent1"/>
                    </a:gs>
                    <a:gs pos="50000">
                      <a:schemeClr val="accent2"/>
                    </a:gs>
                  </a:gsLst>
                  <a:lin ang="270000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algn="ctr" defTabSz="914400">
                    <a:defRPr sz="2000" b="1">
                      <a:solidFill>
                        <a:srgbClr val="FFFFFF"/>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cs typeface="+mn-ea"/>
                    <a:sym typeface="+mn-lt"/>
                  </a:endParaRPr>
                </a:p>
              </p:txBody>
            </p:sp>
            <p:sp>
              <p:nvSpPr>
                <p:cNvPr id="28" name="iśļîdé"/>
                <p:cNvSpPr/>
                <p:nvPr>
                  <p:custDataLst>
                    <p:tags r:id="rId16"/>
                  </p:custDataLst>
                </p:nvPr>
              </p:nvSpPr>
              <p:spPr>
                <a:xfrm>
                  <a:off x="1163927" y="4745603"/>
                  <a:ext cx="226228" cy="275406"/>
                </a:xfrm>
                <a:custGeom>
                  <a:avLst/>
                  <a:gdLst>
                    <a:gd name="connsiteX0" fmla="*/ 284197 w 438150"/>
                    <a:gd name="connsiteY0" fmla="*/ 621 h 533400"/>
                    <a:gd name="connsiteX1" fmla="*/ 286102 w 438150"/>
                    <a:gd name="connsiteY1" fmla="*/ 621 h 533400"/>
                    <a:gd name="connsiteX2" fmla="*/ 286102 w 438150"/>
                    <a:gd name="connsiteY2" fmla="*/ 124446 h 533400"/>
                    <a:gd name="connsiteX3" fmla="*/ 286102 w 438150"/>
                    <a:gd name="connsiteY3" fmla="*/ 126351 h 533400"/>
                    <a:gd name="connsiteX4" fmla="*/ 314677 w 438150"/>
                    <a:gd name="connsiteY4" fmla="*/ 153021 h 533400"/>
                    <a:gd name="connsiteX5" fmla="*/ 314677 w 438150"/>
                    <a:gd name="connsiteY5" fmla="*/ 153021 h 533400"/>
                    <a:gd name="connsiteX6" fmla="*/ 438502 w 438150"/>
                    <a:gd name="connsiteY6" fmla="*/ 153021 h 533400"/>
                    <a:gd name="connsiteX7" fmla="*/ 438502 w 438150"/>
                    <a:gd name="connsiteY7" fmla="*/ 154926 h 533400"/>
                    <a:gd name="connsiteX8" fmla="*/ 438502 w 438150"/>
                    <a:gd name="connsiteY8" fmla="*/ 505446 h 533400"/>
                    <a:gd name="connsiteX9" fmla="*/ 409927 w 438150"/>
                    <a:gd name="connsiteY9" fmla="*/ 534021 h 533400"/>
                    <a:gd name="connsiteX10" fmla="*/ 28927 w 438150"/>
                    <a:gd name="connsiteY10" fmla="*/ 534021 h 533400"/>
                    <a:gd name="connsiteX11" fmla="*/ 352 w 438150"/>
                    <a:gd name="connsiteY11" fmla="*/ 505446 h 533400"/>
                    <a:gd name="connsiteX12" fmla="*/ 352 w 438150"/>
                    <a:gd name="connsiteY12" fmla="*/ 29196 h 533400"/>
                    <a:gd name="connsiteX13" fmla="*/ 28927 w 438150"/>
                    <a:gd name="connsiteY13" fmla="*/ 621 h 533400"/>
                    <a:gd name="connsiteX14" fmla="*/ 284197 w 438150"/>
                    <a:gd name="connsiteY14" fmla="*/ 621 h 533400"/>
                    <a:gd name="connsiteX15" fmla="*/ 248002 w 438150"/>
                    <a:gd name="connsiteY15" fmla="*/ 200646 h 533400"/>
                    <a:gd name="connsiteX16" fmla="*/ 152752 w 438150"/>
                    <a:gd name="connsiteY16" fmla="*/ 200646 h 533400"/>
                    <a:gd name="connsiteX17" fmla="*/ 152752 w 438150"/>
                    <a:gd name="connsiteY17" fmla="*/ 410196 h 533400"/>
                    <a:gd name="connsiteX18" fmla="*/ 171802 w 438150"/>
                    <a:gd name="connsiteY18" fmla="*/ 410196 h 533400"/>
                    <a:gd name="connsiteX19" fmla="*/ 171802 w 438150"/>
                    <a:gd name="connsiteY19" fmla="*/ 314946 h 533400"/>
                    <a:gd name="connsiteX20" fmla="*/ 248002 w 438150"/>
                    <a:gd name="connsiteY20" fmla="*/ 314946 h 533400"/>
                    <a:gd name="connsiteX21" fmla="*/ 249907 w 438150"/>
                    <a:gd name="connsiteY21" fmla="*/ 314946 h 533400"/>
                    <a:gd name="connsiteX22" fmla="*/ 305152 w 438150"/>
                    <a:gd name="connsiteY22" fmla="*/ 257796 h 533400"/>
                    <a:gd name="connsiteX23" fmla="*/ 248002 w 438150"/>
                    <a:gd name="connsiteY23" fmla="*/ 200646 h 533400"/>
                    <a:gd name="connsiteX24" fmla="*/ 248002 w 438150"/>
                    <a:gd name="connsiteY24" fmla="*/ 200646 h 533400"/>
                    <a:gd name="connsiteX25" fmla="*/ 248002 w 438150"/>
                    <a:gd name="connsiteY25" fmla="*/ 219696 h 533400"/>
                    <a:gd name="connsiteX26" fmla="*/ 286102 w 438150"/>
                    <a:gd name="connsiteY26" fmla="*/ 257796 h 533400"/>
                    <a:gd name="connsiteX27" fmla="*/ 248002 w 438150"/>
                    <a:gd name="connsiteY27" fmla="*/ 295896 h 533400"/>
                    <a:gd name="connsiteX28" fmla="*/ 248002 w 438150"/>
                    <a:gd name="connsiteY28" fmla="*/ 295896 h 533400"/>
                    <a:gd name="connsiteX29" fmla="*/ 171802 w 438150"/>
                    <a:gd name="connsiteY29" fmla="*/ 295896 h 533400"/>
                    <a:gd name="connsiteX30" fmla="*/ 171802 w 438150"/>
                    <a:gd name="connsiteY30" fmla="*/ 219696 h 533400"/>
                    <a:gd name="connsiteX31" fmla="*/ 248002 w 438150"/>
                    <a:gd name="connsiteY31" fmla="*/ 219696 h 533400"/>
                    <a:gd name="connsiteX32" fmla="*/ 428977 w 438150"/>
                    <a:gd name="connsiteY32" fmla="*/ 133971 h 533400"/>
                    <a:gd name="connsiteX33" fmla="*/ 314677 w 438150"/>
                    <a:gd name="connsiteY33" fmla="*/ 133971 h 533400"/>
                    <a:gd name="connsiteX34" fmla="*/ 313724 w 438150"/>
                    <a:gd name="connsiteY34" fmla="*/ 133971 h 533400"/>
                    <a:gd name="connsiteX35" fmla="*/ 305152 w 438150"/>
                    <a:gd name="connsiteY35" fmla="*/ 124446 h 533400"/>
                    <a:gd name="connsiteX36" fmla="*/ 305152 w 438150"/>
                    <a:gd name="connsiteY36" fmla="*/ 124446 h 533400"/>
                    <a:gd name="connsiteX37" fmla="*/ 305152 w 438150"/>
                    <a:gd name="connsiteY37" fmla="*/ 10146 h 533400"/>
                    <a:gd name="connsiteX38" fmla="*/ 428977 w 438150"/>
                    <a:gd name="connsiteY38" fmla="*/ 133971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38150" h="533400">
                      <a:moveTo>
                        <a:pt x="284197" y="621"/>
                      </a:moveTo>
                      <a:cubicBezTo>
                        <a:pt x="285149" y="621"/>
                        <a:pt x="286102" y="621"/>
                        <a:pt x="286102" y="621"/>
                      </a:cubicBezTo>
                      <a:lnTo>
                        <a:pt x="286102" y="124446"/>
                      </a:lnTo>
                      <a:lnTo>
                        <a:pt x="286102" y="126351"/>
                      </a:lnTo>
                      <a:cubicBezTo>
                        <a:pt x="287055" y="141591"/>
                        <a:pt x="299437" y="153021"/>
                        <a:pt x="314677" y="153021"/>
                      </a:cubicBezTo>
                      <a:lnTo>
                        <a:pt x="314677" y="153021"/>
                      </a:lnTo>
                      <a:lnTo>
                        <a:pt x="438502" y="153021"/>
                      </a:lnTo>
                      <a:cubicBezTo>
                        <a:pt x="438502" y="153974"/>
                        <a:pt x="438502" y="154926"/>
                        <a:pt x="438502" y="154926"/>
                      </a:cubicBezTo>
                      <a:lnTo>
                        <a:pt x="438502" y="505446"/>
                      </a:lnTo>
                      <a:cubicBezTo>
                        <a:pt x="438502" y="521639"/>
                        <a:pt x="426120" y="534021"/>
                        <a:pt x="409927" y="534021"/>
                      </a:cubicBezTo>
                      <a:lnTo>
                        <a:pt x="28927" y="534021"/>
                      </a:lnTo>
                      <a:cubicBezTo>
                        <a:pt x="12734" y="534021"/>
                        <a:pt x="352" y="521639"/>
                        <a:pt x="352" y="505446"/>
                      </a:cubicBezTo>
                      <a:lnTo>
                        <a:pt x="352" y="29196"/>
                      </a:lnTo>
                      <a:cubicBezTo>
                        <a:pt x="352" y="13004"/>
                        <a:pt x="12734" y="621"/>
                        <a:pt x="28927" y="621"/>
                      </a:cubicBezTo>
                      <a:lnTo>
                        <a:pt x="284197" y="621"/>
                      </a:lnTo>
                      <a:close/>
                      <a:moveTo>
                        <a:pt x="248002" y="200646"/>
                      </a:moveTo>
                      <a:lnTo>
                        <a:pt x="152752" y="200646"/>
                      </a:lnTo>
                      <a:lnTo>
                        <a:pt x="152752" y="410196"/>
                      </a:lnTo>
                      <a:lnTo>
                        <a:pt x="171802" y="410196"/>
                      </a:lnTo>
                      <a:lnTo>
                        <a:pt x="171802" y="314946"/>
                      </a:lnTo>
                      <a:lnTo>
                        <a:pt x="248002" y="314946"/>
                      </a:lnTo>
                      <a:lnTo>
                        <a:pt x="249907" y="314946"/>
                      </a:lnTo>
                      <a:cubicBezTo>
                        <a:pt x="280387" y="313994"/>
                        <a:pt x="305152" y="288276"/>
                        <a:pt x="305152" y="257796"/>
                      </a:cubicBezTo>
                      <a:cubicBezTo>
                        <a:pt x="305152" y="226364"/>
                        <a:pt x="279434" y="200646"/>
                        <a:pt x="248002" y="200646"/>
                      </a:cubicBezTo>
                      <a:lnTo>
                        <a:pt x="248002" y="200646"/>
                      </a:lnTo>
                      <a:close/>
                      <a:moveTo>
                        <a:pt x="248002" y="219696"/>
                      </a:moveTo>
                      <a:cubicBezTo>
                        <a:pt x="268957" y="219696"/>
                        <a:pt x="286102" y="236841"/>
                        <a:pt x="286102" y="257796"/>
                      </a:cubicBezTo>
                      <a:cubicBezTo>
                        <a:pt x="286102" y="278751"/>
                        <a:pt x="268957" y="295896"/>
                        <a:pt x="248002" y="295896"/>
                      </a:cubicBezTo>
                      <a:lnTo>
                        <a:pt x="248002" y="295896"/>
                      </a:lnTo>
                      <a:lnTo>
                        <a:pt x="171802" y="295896"/>
                      </a:lnTo>
                      <a:lnTo>
                        <a:pt x="171802" y="219696"/>
                      </a:lnTo>
                      <a:lnTo>
                        <a:pt x="248002" y="219696"/>
                      </a:lnTo>
                      <a:close/>
                      <a:moveTo>
                        <a:pt x="428977" y="133971"/>
                      </a:moveTo>
                      <a:lnTo>
                        <a:pt x="314677" y="133971"/>
                      </a:lnTo>
                      <a:lnTo>
                        <a:pt x="313724" y="133971"/>
                      </a:lnTo>
                      <a:cubicBezTo>
                        <a:pt x="308962" y="133019"/>
                        <a:pt x="305152" y="129209"/>
                        <a:pt x="305152" y="124446"/>
                      </a:cubicBezTo>
                      <a:lnTo>
                        <a:pt x="305152" y="124446"/>
                      </a:lnTo>
                      <a:lnTo>
                        <a:pt x="305152" y="10146"/>
                      </a:lnTo>
                      <a:lnTo>
                        <a:pt x="428977" y="133971"/>
                      </a:ln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cs typeface="+mn-ea"/>
                    <a:sym typeface="+mn-lt"/>
                  </a:endParaRPr>
                </a:p>
              </p:txBody>
            </p:sp>
            <p:cxnSp>
              <p:nvCxnSpPr>
                <p:cNvPr id="29" name="i$1iḍé"/>
                <p:cNvCxnSpPr/>
                <p:nvPr>
                  <p:custDataLst>
                    <p:tags r:id="rId17"/>
                  </p:custDataLst>
                </p:nvPr>
              </p:nvCxnSpPr>
              <p:spPr>
                <a:xfrm>
                  <a:off x="1277041" y="4063333"/>
                  <a:ext cx="0" cy="549973"/>
                </a:xfrm>
                <a:prstGeom prst="line">
                  <a:avLst/>
                </a:prstGeom>
                <a:ln w="12700">
                  <a:solidFill>
                    <a:schemeClr val="tx1">
                      <a:lumMod val="50000"/>
                      <a:lumOff val="50000"/>
                      <a:alpha val="50000"/>
                    </a:schemeClr>
                  </a:solidFill>
                  <a:tailEnd type="none"/>
                </a:ln>
              </p:spPr>
              <p:style>
                <a:lnRef idx="1">
                  <a:schemeClr val="accent1"/>
                </a:lnRef>
                <a:fillRef idx="0">
                  <a:schemeClr val="accent1"/>
                </a:fillRef>
                <a:effectRef idx="0">
                  <a:schemeClr val="accent1"/>
                </a:effectRef>
                <a:fontRef idx="minor">
                  <a:schemeClr val="tx1"/>
                </a:fontRef>
              </p:style>
            </p:cxnSp>
          </p:grpSp>
          <p:grpSp>
            <p:nvGrpSpPr>
              <p:cNvPr id="9" name="isḻíďè"/>
              <p:cNvGrpSpPr/>
              <p:nvPr/>
            </p:nvGrpSpPr>
            <p:grpSpPr>
              <a:xfrm>
                <a:off x="4508492" y="3429000"/>
                <a:ext cx="3068279" cy="2509551"/>
                <a:chOff x="4399370" y="3429000"/>
                <a:chExt cx="3068279" cy="2509551"/>
              </a:xfrm>
            </p:grpSpPr>
            <p:sp>
              <p:nvSpPr>
                <p:cNvPr id="18" name="iŝḻíḑé"/>
                <p:cNvSpPr/>
                <p:nvPr>
                  <p:custDataLst>
                    <p:tags r:id="rId8"/>
                  </p:custDataLst>
                </p:nvPr>
              </p:nvSpPr>
              <p:spPr>
                <a:xfrm>
                  <a:off x="4399370" y="3429000"/>
                  <a:ext cx="3068279" cy="635000"/>
                </a:xfrm>
                <a:prstGeom prst="roundRect">
                  <a:avLst/>
                </a:prstGeom>
                <a:gradFill>
                  <a:gsLst>
                    <a:gs pos="0">
                      <a:schemeClr val="accent4"/>
                    </a:gs>
                    <a:gs pos="50000">
                      <a:schemeClr val="accent3"/>
                    </a:gs>
                  </a:gsLst>
                  <a:lin ang="270000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r>
                    <a:rPr lang="zh-CN" altLang="en-US" b="1" dirty="0">
                      <a:solidFill>
                        <a:srgbClr val="FFFFFF"/>
                      </a:solidFill>
                      <a:cs typeface="+mn-ea"/>
                      <a:sym typeface="+mn-lt"/>
                    </a:rPr>
                    <a:t>空间离散化分层网格对空间距离不敏感</a:t>
                  </a:r>
                </a:p>
              </p:txBody>
            </p:sp>
            <p:sp>
              <p:nvSpPr>
                <p:cNvPr id="20" name="ïṩľïḑè"/>
                <p:cNvSpPr/>
                <p:nvPr>
                  <p:custDataLst>
                    <p:tags r:id="rId9"/>
                  </p:custDataLst>
                </p:nvPr>
              </p:nvSpPr>
              <p:spPr>
                <a:xfrm>
                  <a:off x="5367491" y="4613306"/>
                  <a:ext cx="2069052" cy="13252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a:ln>
                        <a:noFill/>
                      </a:ln>
                      <a:effectLst/>
                      <a:uLnTx/>
                      <a:uFillTx/>
                      <a:cs typeface="+mn-ea"/>
                      <a:sym typeface="+mn-lt"/>
                    </a:rPr>
                    <a:t>分层网格划分的空间离散化方法使得模型对空间距离不敏感，不可避免地丢失了空间差信息和不相邻点的关联信息。</a:t>
                  </a:r>
                </a:p>
              </p:txBody>
            </p:sp>
            <p:sp>
              <p:nvSpPr>
                <p:cNvPr id="21" name="îšḻídê"/>
                <p:cNvSpPr txBox="1"/>
                <p:nvPr>
                  <p:custDataLst>
                    <p:tags r:id="rId10"/>
                  </p:custDataLst>
                </p:nvPr>
              </p:nvSpPr>
              <p:spPr>
                <a:xfrm>
                  <a:off x="4755457" y="4613306"/>
                  <a:ext cx="540000" cy="540000"/>
                </a:xfrm>
                <a:prstGeom prst="roundRect">
                  <a:avLst>
                    <a:gd name="adj" fmla="val 50000"/>
                  </a:avLst>
                </a:prstGeom>
                <a:gradFill>
                  <a:gsLst>
                    <a:gs pos="0">
                      <a:schemeClr val="accent4"/>
                    </a:gs>
                    <a:gs pos="50000">
                      <a:schemeClr val="accent3"/>
                    </a:gs>
                  </a:gsLst>
                  <a:lin ang="270000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algn="ctr" defTabSz="914400">
                    <a:defRPr sz="2000" b="1">
                      <a:solidFill>
                        <a:srgbClr val="FFFFFF"/>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cs typeface="+mn-ea"/>
                    <a:sym typeface="+mn-lt"/>
                  </a:endParaRPr>
                </a:p>
              </p:txBody>
            </p:sp>
            <p:cxnSp>
              <p:nvCxnSpPr>
                <p:cNvPr id="22" name="í$ḷíḍê"/>
                <p:cNvCxnSpPr/>
                <p:nvPr>
                  <p:custDataLst>
                    <p:tags r:id="rId11"/>
                  </p:custDataLst>
                </p:nvPr>
              </p:nvCxnSpPr>
              <p:spPr>
                <a:xfrm>
                  <a:off x="5025457" y="4063333"/>
                  <a:ext cx="0" cy="549973"/>
                </a:xfrm>
                <a:prstGeom prst="line">
                  <a:avLst/>
                </a:prstGeom>
                <a:ln w="12700">
                  <a:solidFill>
                    <a:schemeClr val="tx1">
                      <a:lumMod val="50000"/>
                      <a:lumOff val="50000"/>
                      <a:alpha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23" name="iŝlide"/>
                <p:cNvSpPr/>
                <p:nvPr>
                  <p:custDataLst>
                    <p:tags r:id="rId12"/>
                  </p:custDataLst>
                </p:nvPr>
              </p:nvSpPr>
              <p:spPr>
                <a:xfrm>
                  <a:off x="4897590" y="4738291"/>
                  <a:ext cx="255734" cy="270488"/>
                </a:xfrm>
                <a:custGeom>
                  <a:avLst/>
                  <a:gdLst>
                    <a:gd name="connsiteX0" fmla="*/ 371955 w 495300"/>
                    <a:gd name="connsiteY0" fmla="*/ 621 h 523875"/>
                    <a:gd name="connsiteX1" fmla="*/ 400530 w 495300"/>
                    <a:gd name="connsiteY1" fmla="*/ 29196 h 523875"/>
                    <a:gd name="connsiteX2" fmla="*/ 400530 w 495300"/>
                    <a:gd name="connsiteY2" fmla="*/ 133971 h 523875"/>
                    <a:gd name="connsiteX3" fmla="*/ 371955 w 495300"/>
                    <a:gd name="connsiteY3" fmla="*/ 162546 h 523875"/>
                    <a:gd name="connsiteX4" fmla="*/ 257655 w 495300"/>
                    <a:gd name="connsiteY4" fmla="*/ 162546 h 523875"/>
                    <a:gd name="connsiteX5" fmla="*/ 257655 w 495300"/>
                    <a:gd name="connsiteY5" fmla="*/ 286371 h 523875"/>
                    <a:gd name="connsiteX6" fmla="*/ 419580 w 495300"/>
                    <a:gd name="connsiteY6" fmla="*/ 286371 h 523875"/>
                    <a:gd name="connsiteX7" fmla="*/ 457680 w 495300"/>
                    <a:gd name="connsiteY7" fmla="*/ 322566 h 523875"/>
                    <a:gd name="connsiteX8" fmla="*/ 457680 w 495300"/>
                    <a:gd name="connsiteY8" fmla="*/ 324471 h 523875"/>
                    <a:gd name="connsiteX9" fmla="*/ 457680 w 495300"/>
                    <a:gd name="connsiteY9" fmla="*/ 429246 h 523875"/>
                    <a:gd name="connsiteX10" fmla="*/ 476730 w 495300"/>
                    <a:gd name="connsiteY10" fmla="*/ 429246 h 523875"/>
                    <a:gd name="connsiteX11" fmla="*/ 495780 w 495300"/>
                    <a:gd name="connsiteY11" fmla="*/ 448296 h 523875"/>
                    <a:gd name="connsiteX12" fmla="*/ 495780 w 495300"/>
                    <a:gd name="connsiteY12" fmla="*/ 505446 h 523875"/>
                    <a:gd name="connsiteX13" fmla="*/ 476730 w 495300"/>
                    <a:gd name="connsiteY13" fmla="*/ 524496 h 523875"/>
                    <a:gd name="connsiteX14" fmla="*/ 419580 w 495300"/>
                    <a:gd name="connsiteY14" fmla="*/ 524496 h 523875"/>
                    <a:gd name="connsiteX15" fmla="*/ 400530 w 495300"/>
                    <a:gd name="connsiteY15" fmla="*/ 505446 h 523875"/>
                    <a:gd name="connsiteX16" fmla="*/ 400530 w 495300"/>
                    <a:gd name="connsiteY16" fmla="*/ 448296 h 523875"/>
                    <a:gd name="connsiteX17" fmla="*/ 419580 w 495300"/>
                    <a:gd name="connsiteY17" fmla="*/ 429246 h 523875"/>
                    <a:gd name="connsiteX18" fmla="*/ 438630 w 495300"/>
                    <a:gd name="connsiteY18" fmla="*/ 429246 h 523875"/>
                    <a:gd name="connsiteX19" fmla="*/ 438630 w 495300"/>
                    <a:gd name="connsiteY19" fmla="*/ 324471 h 523875"/>
                    <a:gd name="connsiteX20" fmla="*/ 420533 w 495300"/>
                    <a:gd name="connsiteY20" fmla="*/ 305421 h 523875"/>
                    <a:gd name="connsiteX21" fmla="*/ 419580 w 495300"/>
                    <a:gd name="connsiteY21" fmla="*/ 305421 h 523875"/>
                    <a:gd name="connsiteX22" fmla="*/ 257655 w 495300"/>
                    <a:gd name="connsiteY22" fmla="*/ 305421 h 523875"/>
                    <a:gd name="connsiteX23" fmla="*/ 257655 w 495300"/>
                    <a:gd name="connsiteY23" fmla="*/ 429246 h 523875"/>
                    <a:gd name="connsiteX24" fmla="*/ 276705 w 495300"/>
                    <a:gd name="connsiteY24" fmla="*/ 429246 h 523875"/>
                    <a:gd name="connsiteX25" fmla="*/ 295755 w 495300"/>
                    <a:gd name="connsiteY25" fmla="*/ 448296 h 523875"/>
                    <a:gd name="connsiteX26" fmla="*/ 295755 w 495300"/>
                    <a:gd name="connsiteY26" fmla="*/ 505446 h 523875"/>
                    <a:gd name="connsiteX27" fmla="*/ 276705 w 495300"/>
                    <a:gd name="connsiteY27" fmla="*/ 524496 h 523875"/>
                    <a:gd name="connsiteX28" fmla="*/ 219555 w 495300"/>
                    <a:gd name="connsiteY28" fmla="*/ 524496 h 523875"/>
                    <a:gd name="connsiteX29" fmla="*/ 200505 w 495300"/>
                    <a:gd name="connsiteY29" fmla="*/ 505446 h 523875"/>
                    <a:gd name="connsiteX30" fmla="*/ 200505 w 495300"/>
                    <a:gd name="connsiteY30" fmla="*/ 448296 h 523875"/>
                    <a:gd name="connsiteX31" fmla="*/ 219555 w 495300"/>
                    <a:gd name="connsiteY31" fmla="*/ 429246 h 523875"/>
                    <a:gd name="connsiteX32" fmla="*/ 238605 w 495300"/>
                    <a:gd name="connsiteY32" fmla="*/ 429246 h 523875"/>
                    <a:gd name="connsiteX33" fmla="*/ 238605 w 495300"/>
                    <a:gd name="connsiteY33" fmla="*/ 305421 h 523875"/>
                    <a:gd name="connsiteX34" fmla="*/ 76680 w 495300"/>
                    <a:gd name="connsiteY34" fmla="*/ 305421 h 523875"/>
                    <a:gd name="connsiteX35" fmla="*/ 57630 w 495300"/>
                    <a:gd name="connsiteY35" fmla="*/ 323519 h 523875"/>
                    <a:gd name="connsiteX36" fmla="*/ 57630 w 495300"/>
                    <a:gd name="connsiteY36" fmla="*/ 324471 h 523875"/>
                    <a:gd name="connsiteX37" fmla="*/ 57630 w 495300"/>
                    <a:gd name="connsiteY37" fmla="*/ 429246 h 523875"/>
                    <a:gd name="connsiteX38" fmla="*/ 76680 w 495300"/>
                    <a:gd name="connsiteY38" fmla="*/ 429246 h 523875"/>
                    <a:gd name="connsiteX39" fmla="*/ 95730 w 495300"/>
                    <a:gd name="connsiteY39" fmla="*/ 448296 h 523875"/>
                    <a:gd name="connsiteX40" fmla="*/ 95730 w 495300"/>
                    <a:gd name="connsiteY40" fmla="*/ 505446 h 523875"/>
                    <a:gd name="connsiteX41" fmla="*/ 76680 w 495300"/>
                    <a:gd name="connsiteY41" fmla="*/ 524496 h 523875"/>
                    <a:gd name="connsiteX42" fmla="*/ 19530 w 495300"/>
                    <a:gd name="connsiteY42" fmla="*/ 524496 h 523875"/>
                    <a:gd name="connsiteX43" fmla="*/ 480 w 495300"/>
                    <a:gd name="connsiteY43" fmla="*/ 505446 h 523875"/>
                    <a:gd name="connsiteX44" fmla="*/ 480 w 495300"/>
                    <a:gd name="connsiteY44" fmla="*/ 448296 h 523875"/>
                    <a:gd name="connsiteX45" fmla="*/ 19530 w 495300"/>
                    <a:gd name="connsiteY45" fmla="*/ 429246 h 523875"/>
                    <a:gd name="connsiteX46" fmla="*/ 38580 w 495300"/>
                    <a:gd name="connsiteY46" fmla="*/ 429246 h 523875"/>
                    <a:gd name="connsiteX47" fmla="*/ 38580 w 495300"/>
                    <a:gd name="connsiteY47" fmla="*/ 324471 h 523875"/>
                    <a:gd name="connsiteX48" fmla="*/ 74775 w 495300"/>
                    <a:gd name="connsiteY48" fmla="*/ 286371 h 523875"/>
                    <a:gd name="connsiteX49" fmla="*/ 76680 w 495300"/>
                    <a:gd name="connsiteY49" fmla="*/ 286371 h 523875"/>
                    <a:gd name="connsiteX50" fmla="*/ 238605 w 495300"/>
                    <a:gd name="connsiteY50" fmla="*/ 286371 h 523875"/>
                    <a:gd name="connsiteX51" fmla="*/ 238605 w 495300"/>
                    <a:gd name="connsiteY51" fmla="*/ 162546 h 523875"/>
                    <a:gd name="connsiteX52" fmla="*/ 124305 w 495300"/>
                    <a:gd name="connsiteY52" fmla="*/ 162546 h 523875"/>
                    <a:gd name="connsiteX53" fmla="*/ 95730 w 495300"/>
                    <a:gd name="connsiteY53" fmla="*/ 133971 h 523875"/>
                    <a:gd name="connsiteX54" fmla="*/ 95730 w 495300"/>
                    <a:gd name="connsiteY54" fmla="*/ 29196 h 523875"/>
                    <a:gd name="connsiteX55" fmla="*/ 124305 w 495300"/>
                    <a:gd name="connsiteY55" fmla="*/ 621 h 523875"/>
                    <a:gd name="connsiteX56" fmla="*/ 371955 w 495300"/>
                    <a:gd name="connsiteY56" fmla="*/ 621 h 523875"/>
                    <a:gd name="connsiteX57" fmla="*/ 148118 w 495300"/>
                    <a:gd name="connsiteY57" fmla="*/ 95871 h 523875"/>
                    <a:gd name="connsiteX58" fmla="*/ 133830 w 495300"/>
                    <a:gd name="connsiteY58" fmla="*/ 110159 h 523875"/>
                    <a:gd name="connsiteX59" fmla="*/ 148118 w 495300"/>
                    <a:gd name="connsiteY59" fmla="*/ 124446 h 523875"/>
                    <a:gd name="connsiteX60" fmla="*/ 162405 w 495300"/>
                    <a:gd name="connsiteY60" fmla="*/ 110159 h 523875"/>
                    <a:gd name="connsiteX61" fmla="*/ 148118 w 495300"/>
                    <a:gd name="connsiteY61" fmla="*/ 95871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95300" h="523875">
                      <a:moveTo>
                        <a:pt x="371955" y="621"/>
                      </a:moveTo>
                      <a:cubicBezTo>
                        <a:pt x="388148" y="621"/>
                        <a:pt x="400530" y="13004"/>
                        <a:pt x="400530" y="29196"/>
                      </a:cubicBezTo>
                      <a:lnTo>
                        <a:pt x="400530" y="133971"/>
                      </a:lnTo>
                      <a:cubicBezTo>
                        <a:pt x="400530" y="150164"/>
                        <a:pt x="388148" y="162546"/>
                        <a:pt x="371955" y="162546"/>
                      </a:cubicBezTo>
                      <a:lnTo>
                        <a:pt x="257655" y="162546"/>
                      </a:lnTo>
                      <a:lnTo>
                        <a:pt x="257655" y="286371"/>
                      </a:lnTo>
                      <a:lnTo>
                        <a:pt x="419580" y="286371"/>
                      </a:lnTo>
                      <a:cubicBezTo>
                        <a:pt x="439583" y="286371"/>
                        <a:pt x="456727" y="302564"/>
                        <a:pt x="457680" y="322566"/>
                      </a:cubicBezTo>
                      <a:lnTo>
                        <a:pt x="457680" y="324471"/>
                      </a:lnTo>
                      <a:lnTo>
                        <a:pt x="457680" y="429246"/>
                      </a:lnTo>
                      <a:lnTo>
                        <a:pt x="476730" y="429246"/>
                      </a:lnTo>
                      <a:cubicBezTo>
                        <a:pt x="487208" y="429246"/>
                        <a:pt x="495780" y="437819"/>
                        <a:pt x="495780" y="448296"/>
                      </a:cubicBezTo>
                      <a:lnTo>
                        <a:pt x="495780" y="505446"/>
                      </a:lnTo>
                      <a:cubicBezTo>
                        <a:pt x="495780" y="515924"/>
                        <a:pt x="487208" y="524496"/>
                        <a:pt x="476730" y="524496"/>
                      </a:cubicBezTo>
                      <a:lnTo>
                        <a:pt x="419580" y="524496"/>
                      </a:lnTo>
                      <a:cubicBezTo>
                        <a:pt x="409102" y="524496"/>
                        <a:pt x="400530" y="515924"/>
                        <a:pt x="400530" y="505446"/>
                      </a:cubicBezTo>
                      <a:lnTo>
                        <a:pt x="400530" y="448296"/>
                      </a:lnTo>
                      <a:cubicBezTo>
                        <a:pt x="400530" y="437819"/>
                        <a:pt x="409102" y="429246"/>
                        <a:pt x="419580" y="429246"/>
                      </a:cubicBezTo>
                      <a:lnTo>
                        <a:pt x="438630" y="429246"/>
                      </a:lnTo>
                      <a:lnTo>
                        <a:pt x="438630" y="324471"/>
                      </a:lnTo>
                      <a:cubicBezTo>
                        <a:pt x="438630" y="313994"/>
                        <a:pt x="431010" y="306374"/>
                        <a:pt x="420533" y="305421"/>
                      </a:cubicBezTo>
                      <a:lnTo>
                        <a:pt x="419580" y="305421"/>
                      </a:lnTo>
                      <a:lnTo>
                        <a:pt x="257655" y="305421"/>
                      </a:lnTo>
                      <a:lnTo>
                        <a:pt x="257655" y="429246"/>
                      </a:lnTo>
                      <a:lnTo>
                        <a:pt x="276705" y="429246"/>
                      </a:lnTo>
                      <a:cubicBezTo>
                        <a:pt x="287183" y="429246"/>
                        <a:pt x="295755" y="437819"/>
                        <a:pt x="295755" y="448296"/>
                      </a:cubicBezTo>
                      <a:lnTo>
                        <a:pt x="295755" y="505446"/>
                      </a:lnTo>
                      <a:cubicBezTo>
                        <a:pt x="295755" y="515924"/>
                        <a:pt x="287183" y="524496"/>
                        <a:pt x="276705" y="524496"/>
                      </a:cubicBezTo>
                      <a:lnTo>
                        <a:pt x="219555" y="524496"/>
                      </a:lnTo>
                      <a:cubicBezTo>
                        <a:pt x="209077" y="524496"/>
                        <a:pt x="200505" y="515924"/>
                        <a:pt x="200505" y="505446"/>
                      </a:cubicBezTo>
                      <a:lnTo>
                        <a:pt x="200505" y="448296"/>
                      </a:lnTo>
                      <a:cubicBezTo>
                        <a:pt x="200505" y="437819"/>
                        <a:pt x="209077" y="429246"/>
                        <a:pt x="219555" y="429246"/>
                      </a:cubicBezTo>
                      <a:lnTo>
                        <a:pt x="238605" y="429246"/>
                      </a:lnTo>
                      <a:lnTo>
                        <a:pt x="238605" y="305421"/>
                      </a:lnTo>
                      <a:lnTo>
                        <a:pt x="76680" y="305421"/>
                      </a:lnTo>
                      <a:cubicBezTo>
                        <a:pt x="66202" y="305421"/>
                        <a:pt x="58583" y="313041"/>
                        <a:pt x="57630" y="323519"/>
                      </a:cubicBezTo>
                      <a:lnTo>
                        <a:pt x="57630" y="324471"/>
                      </a:lnTo>
                      <a:lnTo>
                        <a:pt x="57630" y="429246"/>
                      </a:lnTo>
                      <a:lnTo>
                        <a:pt x="76680" y="429246"/>
                      </a:lnTo>
                      <a:cubicBezTo>
                        <a:pt x="87158" y="429246"/>
                        <a:pt x="95730" y="437819"/>
                        <a:pt x="95730" y="448296"/>
                      </a:cubicBezTo>
                      <a:lnTo>
                        <a:pt x="95730" y="505446"/>
                      </a:lnTo>
                      <a:cubicBezTo>
                        <a:pt x="95730" y="515924"/>
                        <a:pt x="87158" y="524496"/>
                        <a:pt x="76680" y="524496"/>
                      </a:cubicBezTo>
                      <a:lnTo>
                        <a:pt x="19530" y="524496"/>
                      </a:lnTo>
                      <a:cubicBezTo>
                        <a:pt x="9052" y="524496"/>
                        <a:pt x="480" y="515924"/>
                        <a:pt x="480" y="505446"/>
                      </a:cubicBezTo>
                      <a:lnTo>
                        <a:pt x="480" y="448296"/>
                      </a:lnTo>
                      <a:cubicBezTo>
                        <a:pt x="480" y="437819"/>
                        <a:pt x="9052" y="429246"/>
                        <a:pt x="19530" y="429246"/>
                      </a:cubicBezTo>
                      <a:lnTo>
                        <a:pt x="38580" y="429246"/>
                      </a:lnTo>
                      <a:lnTo>
                        <a:pt x="38580" y="324471"/>
                      </a:lnTo>
                      <a:cubicBezTo>
                        <a:pt x="38580" y="304469"/>
                        <a:pt x="54773" y="287324"/>
                        <a:pt x="74775" y="286371"/>
                      </a:cubicBezTo>
                      <a:lnTo>
                        <a:pt x="76680" y="286371"/>
                      </a:lnTo>
                      <a:lnTo>
                        <a:pt x="238605" y="286371"/>
                      </a:lnTo>
                      <a:lnTo>
                        <a:pt x="238605" y="162546"/>
                      </a:lnTo>
                      <a:lnTo>
                        <a:pt x="124305" y="162546"/>
                      </a:lnTo>
                      <a:cubicBezTo>
                        <a:pt x="108112" y="162546"/>
                        <a:pt x="95730" y="150164"/>
                        <a:pt x="95730" y="133971"/>
                      </a:cubicBezTo>
                      <a:lnTo>
                        <a:pt x="95730" y="29196"/>
                      </a:lnTo>
                      <a:cubicBezTo>
                        <a:pt x="95730" y="13004"/>
                        <a:pt x="108112" y="621"/>
                        <a:pt x="124305" y="621"/>
                      </a:cubicBezTo>
                      <a:lnTo>
                        <a:pt x="371955" y="621"/>
                      </a:lnTo>
                      <a:close/>
                      <a:moveTo>
                        <a:pt x="148118" y="95871"/>
                      </a:moveTo>
                      <a:cubicBezTo>
                        <a:pt x="140498" y="95871"/>
                        <a:pt x="133830" y="102539"/>
                        <a:pt x="133830" y="110159"/>
                      </a:cubicBezTo>
                      <a:cubicBezTo>
                        <a:pt x="133830" y="117779"/>
                        <a:pt x="140498" y="124446"/>
                        <a:pt x="148118" y="124446"/>
                      </a:cubicBezTo>
                      <a:cubicBezTo>
                        <a:pt x="155737" y="124446"/>
                        <a:pt x="162405" y="117779"/>
                        <a:pt x="162405" y="110159"/>
                      </a:cubicBezTo>
                      <a:cubicBezTo>
                        <a:pt x="162405" y="102539"/>
                        <a:pt x="155737" y="95871"/>
                        <a:pt x="148118" y="95871"/>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cs typeface="+mn-ea"/>
                    <a:sym typeface="+mn-lt"/>
                  </a:endParaRPr>
                </a:p>
              </p:txBody>
            </p:sp>
          </p:grpSp>
          <p:grpSp>
            <p:nvGrpSpPr>
              <p:cNvPr id="10" name="îṥḻïḓe"/>
              <p:cNvGrpSpPr/>
              <p:nvPr/>
            </p:nvGrpSpPr>
            <p:grpSpPr>
              <a:xfrm>
                <a:off x="8105200" y="3429000"/>
                <a:ext cx="3068279" cy="3214401"/>
                <a:chOff x="8147786" y="3429000"/>
                <a:chExt cx="3068279" cy="3214401"/>
              </a:xfrm>
            </p:grpSpPr>
            <p:sp>
              <p:nvSpPr>
                <p:cNvPr id="11" name="îṥḷiďé"/>
                <p:cNvSpPr/>
                <p:nvPr>
                  <p:custDataLst>
                    <p:tags r:id="rId3"/>
                  </p:custDataLst>
                </p:nvPr>
              </p:nvSpPr>
              <p:spPr>
                <a:xfrm>
                  <a:off x="8147786" y="3429000"/>
                  <a:ext cx="3068279" cy="635000"/>
                </a:xfrm>
                <a:prstGeom prst="roundRect">
                  <a:avLst/>
                </a:prstGeom>
                <a:gradFill>
                  <a:gsLst>
                    <a:gs pos="0">
                      <a:schemeClr val="accent1"/>
                    </a:gs>
                    <a:gs pos="50000">
                      <a:schemeClr val="accent2"/>
                    </a:gs>
                  </a:gsLst>
                  <a:lin ang="270000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r>
                    <a:rPr lang="zh-CN" altLang="en-US" b="1" dirty="0">
                      <a:solidFill>
                        <a:srgbClr val="FFFFFF"/>
                      </a:solidFill>
                      <a:cs typeface="+mn-ea"/>
                      <a:sym typeface="+mn-lt"/>
                    </a:rPr>
                    <a:t>忽略了</a:t>
                  </a:r>
                  <a:r>
                    <a:rPr lang="en-US" altLang="zh-CN" b="1" dirty="0">
                      <a:solidFill>
                        <a:srgbClr val="FFFFFF"/>
                      </a:solidFill>
                      <a:cs typeface="+mn-ea"/>
                      <a:sym typeface="+mn-lt"/>
                    </a:rPr>
                    <a:t>personalized item frequency (PIF)</a:t>
                  </a:r>
                </a:p>
              </p:txBody>
            </p:sp>
            <p:sp>
              <p:nvSpPr>
                <p:cNvPr id="13" name="i$ļïḍé"/>
                <p:cNvSpPr/>
                <p:nvPr>
                  <p:custDataLst>
                    <p:tags r:id="rId4"/>
                  </p:custDataLst>
                </p:nvPr>
              </p:nvSpPr>
              <p:spPr>
                <a:xfrm>
                  <a:off x="9115907" y="4613306"/>
                  <a:ext cx="2069052" cy="20300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a:ln>
                        <a:noFill/>
                      </a:ln>
                      <a:effectLst/>
                      <a:uLnTx/>
                      <a:uFillTx/>
                      <a:cs typeface="+mn-ea"/>
                      <a:sym typeface="+mn-lt"/>
                    </a:rPr>
                    <a:t>没有充分考虑用户访问频率。</a:t>
                  </a:r>
                  <a:r>
                    <a:rPr kumimoji="0" lang="en-US" altLang="zh-CN" sz="1400" b="0" i="0" u="none" strike="noStrike" kern="1200" cap="none" spc="0" normalizeH="0" baseline="0" noProof="0">
                      <a:ln>
                        <a:noFill/>
                      </a:ln>
                      <a:effectLst/>
                      <a:uLnTx/>
                      <a:uFillTx/>
                      <a:cs typeface="+mn-ea"/>
                      <a:sym typeface="+mn-lt"/>
                    </a:rPr>
                    <a:t>PIF</a:t>
                  </a:r>
                  <a:r>
                    <a:rPr kumimoji="0" lang="zh-CN" altLang="en-US" sz="1400" b="0" i="0" u="none" strike="noStrike" kern="1200" cap="none" spc="0" normalizeH="0" baseline="0" noProof="0">
                      <a:ln>
                        <a:noFill/>
                      </a:ln>
                      <a:effectLst/>
                      <a:uLnTx/>
                      <a:uFillTx/>
                      <a:cs typeface="+mn-ea"/>
                      <a:sym typeface="+mn-lt"/>
                    </a:rPr>
                    <a:t>指的是用户对特定地点的个性化重复访问频率，在推荐时更倾向于用户高频访问的地点。</a:t>
                  </a:r>
                </a:p>
              </p:txBody>
            </p:sp>
            <p:cxnSp>
              <p:nvCxnSpPr>
                <p:cNvPr id="14" name="ïŝ1iďé"/>
                <p:cNvCxnSpPr/>
                <p:nvPr>
                  <p:custDataLst>
                    <p:tags r:id="rId5"/>
                  </p:custDataLst>
                </p:nvPr>
              </p:nvCxnSpPr>
              <p:spPr>
                <a:xfrm>
                  <a:off x="8773873" y="4063333"/>
                  <a:ext cx="0" cy="549973"/>
                </a:xfrm>
                <a:prstGeom prst="line">
                  <a:avLst/>
                </a:prstGeom>
                <a:ln w="12700">
                  <a:solidFill>
                    <a:schemeClr val="tx1">
                      <a:lumMod val="50000"/>
                      <a:lumOff val="50000"/>
                      <a:alpha val="50000"/>
                    </a:schemeClr>
                  </a:solidFill>
                  <a:tailEnd type="none"/>
                </a:ln>
              </p:spPr>
              <p:style>
                <a:lnRef idx="1">
                  <a:schemeClr val="accent1"/>
                </a:lnRef>
                <a:fillRef idx="0">
                  <a:schemeClr val="accent1"/>
                </a:fillRef>
                <a:effectRef idx="0">
                  <a:schemeClr val="accent1"/>
                </a:effectRef>
                <a:fontRef idx="minor">
                  <a:schemeClr val="tx1"/>
                </a:fontRef>
              </p:style>
            </p:cxnSp>
            <p:grpSp>
              <p:nvGrpSpPr>
                <p:cNvPr id="15" name="îşľïḋê"/>
                <p:cNvGrpSpPr/>
                <p:nvPr/>
              </p:nvGrpSpPr>
              <p:grpSpPr>
                <a:xfrm>
                  <a:off x="8503872" y="4613306"/>
                  <a:ext cx="540000" cy="540000"/>
                  <a:chOff x="4584079" y="5599496"/>
                  <a:chExt cx="540000" cy="540000"/>
                </a:xfrm>
              </p:grpSpPr>
              <p:sp>
                <p:nvSpPr>
                  <p:cNvPr id="16" name="íṧlíḋe"/>
                  <p:cNvSpPr txBox="1"/>
                  <p:nvPr>
                    <p:custDataLst>
                      <p:tags r:id="rId6"/>
                    </p:custDataLst>
                  </p:nvPr>
                </p:nvSpPr>
                <p:spPr>
                  <a:xfrm>
                    <a:off x="4584079" y="5599496"/>
                    <a:ext cx="540000" cy="540000"/>
                  </a:xfrm>
                  <a:prstGeom prst="roundRect">
                    <a:avLst>
                      <a:gd name="adj" fmla="val 50000"/>
                    </a:avLst>
                  </a:prstGeom>
                  <a:gradFill>
                    <a:gsLst>
                      <a:gs pos="0">
                        <a:schemeClr val="accent1"/>
                      </a:gs>
                      <a:gs pos="50000">
                        <a:schemeClr val="accent2"/>
                      </a:gs>
                    </a:gsLst>
                    <a:lin ang="270000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algn="ctr" defTabSz="914400">
                      <a:defRPr sz="2000" b="1">
                        <a:solidFill>
                          <a:srgbClr val="FFFFFF"/>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cs typeface="+mn-ea"/>
                      <a:sym typeface="+mn-lt"/>
                    </a:endParaRPr>
                  </a:p>
                </p:txBody>
              </p:sp>
              <p:sp>
                <p:nvSpPr>
                  <p:cNvPr id="17" name="íṣ1ïḓé"/>
                  <p:cNvSpPr/>
                  <p:nvPr>
                    <p:custDataLst>
                      <p:tags r:id="rId7"/>
                    </p:custDataLst>
                  </p:nvPr>
                </p:nvSpPr>
                <p:spPr>
                  <a:xfrm>
                    <a:off x="4716376" y="5766219"/>
                    <a:ext cx="275406" cy="206554"/>
                  </a:xfrm>
                  <a:custGeom>
                    <a:avLst/>
                    <a:gdLst>
                      <a:gd name="connsiteX0" fmla="*/ 505433 w 533400"/>
                      <a:gd name="connsiteY0" fmla="*/ 621 h 400050"/>
                      <a:gd name="connsiteX1" fmla="*/ 534008 w 533400"/>
                      <a:gd name="connsiteY1" fmla="*/ 29196 h 400050"/>
                      <a:gd name="connsiteX2" fmla="*/ 534008 w 533400"/>
                      <a:gd name="connsiteY2" fmla="*/ 372096 h 400050"/>
                      <a:gd name="connsiteX3" fmla="*/ 505433 w 533400"/>
                      <a:gd name="connsiteY3" fmla="*/ 400671 h 400050"/>
                      <a:gd name="connsiteX4" fmla="*/ 29183 w 533400"/>
                      <a:gd name="connsiteY4" fmla="*/ 400671 h 400050"/>
                      <a:gd name="connsiteX5" fmla="*/ 608 w 533400"/>
                      <a:gd name="connsiteY5" fmla="*/ 372096 h 400050"/>
                      <a:gd name="connsiteX6" fmla="*/ 608 w 533400"/>
                      <a:gd name="connsiteY6" fmla="*/ 29196 h 400050"/>
                      <a:gd name="connsiteX7" fmla="*/ 29183 w 533400"/>
                      <a:gd name="connsiteY7" fmla="*/ 621 h 400050"/>
                      <a:gd name="connsiteX8" fmla="*/ 505433 w 533400"/>
                      <a:gd name="connsiteY8" fmla="*/ 621 h 400050"/>
                      <a:gd name="connsiteX9" fmla="*/ 391133 w 533400"/>
                      <a:gd name="connsiteY9" fmla="*/ 198741 h 400050"/>
                      <a:gd name="connsiteX10" fmla="*/ 351128 w 533400"/>
                      <a:gd name="connsiteY10" fmla="*/ 204456 h 400050"/>
                      <a:gd name="connsiteX11" fmla="*/ 351128 w 533400"/>
                      <a:gd name="connsiteY11" fmla="*/ 204456 h 400050"/>
                      <a:gd name="connsiteX12" fmla="*/ 267308 w 533400"/>
                      <a:gd name="connsiteY12" fmla="*/ 315899 h 400050"/>
                      <a:gd name="connsiteX13" fmla="*/ 264451 w 533400"/>
                      <a:gd name="connsiteY13" fmla="*/ 318756 h 400050"/>
                      <a:gd name="connsiteX14" fmla="*/ 224446 w 533400"/>
                      <a:gd name="connsiteY14" fmla="*/ 318756 h 400050"/>
                      <a:gd name="connsiteX15" fmla="*/ 224446 w 533400"/>
                      <a:gd name="connsiteY15" fmla="*/ 318756 h 400050"/>
                      <a:gd name="connsiteX16" fmla="*/ 162533 w 533400"/>
                      <a:gd name="connsiteY16" fmla="*/ 257796 h 400050"/>
                      <a:gd name="connsiteX17" fmla="*/ 160628 w 533400"/>
                      <a:gd name="connsiteY17" fmla="*/ 255891 h 400050"/>
                      <a:gd name="connsiteX18" fmla="*/ 120623 w 533400"/>
                      <a:gd name="connsiteY18" fmla="*/ 259701 h 400050"/>
                      <a:gd name="connsiteX19" fmla="*/ 120623 w 533400"/>
                      <a:gd name="connsiteY19" fmla="*/ 259701 h 400050"/>
                      <a:gd name="connsiteX20" fmla="*/ 32993 w 533400"/>
                      <a:gd name="connsiteY20" fmla="*/ 366381 h 400050"/>
                      <a:gd name="connsiteX21" fmla="*/ 31088 w 533400"/>
                      <a:gd name="connsiteY21" fmla="*/ 372096 h 400050"/>
                      <a:gd name="connsiteX22" fmla="*/ 40613 w 533400"/>
                      <a:gd name="connsiteY22" fmla="*/ 381621 h 400050"/>
                      <a:gd name="connsiteX23" fmla="*/ 40613 w 533400"/>
                      <a:gd name="connsiteY23" fmla="*/ 381621 h 400050"/>
                      <a:gd name="connsiteX24" fmla="*/ 497813 w 533400"/>
                      <a:gd name="connsiteY24" fmla="*/ 381621 h 400050"/>
                      <a:gd name="connsiteX25" fmla="*/ 503528 w 533400"/>
                      <a:gd name="connsiteY25" fmla="*/ 379716 h 400050"/>
                      <a:gd name="connsiteX26" fmla="*/ 506386 w 533400"/>
                      <a:gd name="connsiteY26" fmla="*/ 366381 h 400050"/>
                      <a:gd name="connsiteX27" fmla="*/ 506386 w 533400"/>
                      <a:gd name="connsiteY27" fmla="*/ 366381 h 400050"/>
                      <a:gd name="connsiteX28" fmla="*/ 398753 w 533400"/>
                      <a:gd name="connsiteY28" fmla="*/ 205409 h 400050"/>
                      <a:gd name="connsiteX29" fmla="*/ 391133 w 533400"/>
                      <a:gd name="connsiteY29" fmla="*/ 198741 h 400050"/>
                      <a:gd name="connsiteX30" fmla="*/ 95858 w 533400"/>
                      <a:gd name="connsiteY30" fmla="*/ 57771 h 400050"/>
                      <a:gd name="connsiteX31" fmla="*/ 57758 w 533400"/>
                      <a:gd name="connsiteY31" fmla="*/ 95871 h 400050"/>
                      <a:gd name="connsiteX32" fmla="*/ 95858 w 533400"/>
                      <a:gd name="connsiteY32" fmla="*/ 133971 h 400050"/>
                      <a:gd name="connsiteX33" fmla="*/ 133958 w 533400"/>
                      <a:gd name="connsiteY33" fmla="*/ 95871 h 400050"/>
                      <a:gd name="connsiteX34" fmla="*/ 95858 w 533400"/>
                      <a:gd name="connsiteY34" fmla="*/ 57771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3400" h="400050">
                        <a:moveTo>
                          <a:pt x="505433" y="621"/>
                        </a:moveTo>
                        <a:cubicBezTo>
                          <a:pt x="521626" y="621"/>
                          <a:pt x="534008" y="13004"/>
                          <a:pt x="534008" y="29196"/>
                        </a:cubicBezTo>
                        <a:lnTo>
                          <a:pt x="534008" y="372096"/>
                        </a:lnTo>
                        <a:cubicBezTo>
                          <a:pt x="534008" y="388289"/>
                          <a:pt x="521626" y="400671"/>
                          <a:pt x="505433" y="400671"/>
                        </a:cubicBezTo>
                        <a:lnTo>
                          <a:pt x="29183" y="400671"/>
                        </a:lnTo>
                        <a:cubicBezTo>
                          <a:pt x="12990" y="400671"/>
                          <a:pt x="608" y="388289"/>
                          <a:pt x="608" y="372096"/>
                        </a:cubicBezTo>
                        <a:lnTo>
                          <a:pt x="608" y="29196"/>
                        </a:lnTo>
                        <a:cubicBezTo>
                          <a:pt x="608" y="13004"/>
                          <a:pt x="12990" y="621"/>
                          <a:pt x="29183" y="621"/>
                        </a:cubicBezTo>
                        <a:lnTo>
                          <a:pt x="505433" y="621"/>
                        </a:lnTo>
                        <a:close/>
                        <a:moveTo>
                          <a:pt x="391133" y="198741"/>
                        </a:moveTo>
                        <a:cubicBezTo>
                          <a:pt x="378751" y="189216"/>
                          <a:pt x="360653" y="192074"/>
                          <a:pt x="351128" y="204456"/>
                        </a:cubicBezTo>
                        <a:lnTo>
                          <a:pt x="351128" y="204456"/>
                        </a:lnTo>
                        <a:lnTo>
                          <a:pt x="267308" y="315899"/>
                        </a:lnTo>
                        <a:cubicBezTo>
                          <a:pt x="266355" y="316851"/>
                          <a:pt x="265403" y="317804"/>
                          <a:pt x="264451" y="318756"/>
                        </a:cubicBezTo>
                        <a:cubicBezTo>
                          <a:pt x="253021" y="330186"/>
                          <a:pt x="234923" y="330186"/>
                          <a:pt x="224446" y="318756"/>
                        </a:cubicBezTo>
                        <a:lnTo>
                          <a:pt x="224446" y="318756"/>
                        </a:lnTo>
                        <a:lnTo>
                          <a:pt x="162533" y="257796"/>
                        </a:lnTo>
                        <a:cubicBezTo>
                          <a:pt x="161580" y="256844"/>
                          <a:pt x="161580" y="256844"/>
                          <a:pt x="160628" y="255891"/>
                        </a:cubicBezTo>
                        <a:cubicBezTo>
                          <a:pt x="148246" y="245414"/>
                          <a:pt x="130148" y="247319"/>
                          <a:pt x="120623" y="259701"/>
                        </a:cubicBezTo>
                        <a:lnTo>
                          <a:pt x="120623" y="259701"/>
                        </a:lnTo>
                        <a:lnTo>
                          <a:pt x="32993" y="366381"/>
                        </a:lnTo>
                        <a:cubicBezTo>
                          <a:pt x="32040" y="368286"/>
                          <a:pt x="31088" y="370191"/>
                          <a:pt x="31088" y="372096"/>
                        </a:cubicBezTo>
                        <a:cubicBezTo>
                          <a:pt x="31088" y="377811"/>
                          <a:pt x="34898" y="381621"/>
                          <a:pt x="40613" y="381621"/>
                        </a:cubicBezTo>
                        <a:lnTo>
                          <a:pt x="40613" y="381621"/>
                        </a:lnTo>
                        <a:lnTo>
                          <a:pt x="497813" y="381621"/>
                        </a:lnTo>
                        <a:cubicBezTo>
                          <a:pt x="499718" y="381621"/>
                          <a:pt x="501623" y="380669"/>
                          <a:pt x="503528" y="379716"/>
                        </a:cubicBezTo>
                        <a:cubicBezTo>
                          <a:pt x="508290" y="376859"/>
                          <a:pt x="509243" y="371144"/>
                          <a:pt x="506386" y="366381"/>
                        </a:cubicBezTo>
                        <a:lnTo>
                          <a:pt x="506386" y="366381"/>
                        </a:lnTo>
                        <a:lnTo>
                          <a:pt x="398753" y="205409"/>
                        </a:lnTo>
                        <a:cubicBezTo>
                          <a:pt x="395896" y="202551"/>
                          <a:pt x="393990" y="200646"/>
                          <a:pt x="391133" y="198741"/>
                        </a:cubicBezTo>
                        <a:close/>
                        <a:moveTo>
                          <a:pt x="95858" y="57771"/>
                        </a:moveTo>
                        <a:cubicBezTo>
                          <a:pt x="74903" y="57771"/>
                          <a:pt x="57758" y="74916"/>
                          <a:pt x="57758" y="95871"/>
                        </a:cubicBezTo>
                        <a:cubicBezTo>
                          <a:pt x="57758" y="116826"/>
                          <a:pt x="74903" y="133971"/>
                          <a:pt x="95858" y="133971"/>
                        </a:cubicBezTo>
                        <a:cubicBezTo>
                          <a:pt x="116813" y="133971"/>
                          <a:pt x="133958" y="116826"/>
                          <a:pt x="133958" y="95871"/>
                        </a:cubicBezTo>
                        <a:cubicBezTo>
                          <a:pt x="133958" y="74916"/>
                          <a:pt x="116813" y="57771"/>
                          <a:pt x="95858" y="57771"/>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cs typeface="+mn-ea"/>
                      <a:sym typeface="+mn-lt"/>
                    </a:endParaRPr>
                  </a:p>
                </p:txBody>
              </p:sp>
            </p:grpSp>
          </p:grpSp>
        </p:grpSp>
      </p:gr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ïśḷïďe"/>
        <p:cNvGrpSpPr/>
        <p:nvPr/>
      </p:nvGrpSpPr>
      <p:grpSpPr>
        <a:xfrm>
          <a:off x="0" y="0"/>
          <a:ext cx="0" cy="0"/>
          <a:chOff x="0" y="0"/>
          <a:chExt cx="0" cy="0"/>
        </a:xfrm>
      </p:grpSpPr>
      <p:sp>
        <p:nvSpPr>
          <p:cNvPr id="2" name="iṧlidê"/>
          <p:cNvSpPr>
            <a:spLocks noGrp="1"/>
          </p:cNvSpPr>
          <p:nvPr>
            <p:ph type="title"/>
          </p:nvPr>
        </p:nvSpPr>
        <p:spPr/>
        <p:txBody>
          <a:bodyPr/>
          <a:lstStyle/>
          <a:p>
            <a:r>
              <a:rPr>
                <a:latin typeface="+mn-lt"/>
                <a:ea typeface="+mn-ea"/>
                <a:cs typeface="+mn-ea"/>
                <a:sym typeface="+mn-lt"/>
              </a:rPr>
              <a:t>数据集格式</a:t>
            </a:r>
          </a:p>
        </p:txBody>
      </p:sp>
      <p:sp>
        <p:nvSpPr>
          <p:cNvPr id="3" name="îṡḷïdè"/>
          <p:cNvSpPr>
            <a:spLocks noGrp="1"/>
          </p:cNvSpPr>
          <p:nvPr>
            <p:ph type="sldNum" sz="quarter" idx="12"/>
          </p:nvPr>
        </p:nvSpPr>
        <p:spPr/>
        <p:txBody>
          <a:bodyPr/>
          <a:lstStyle/>
          <a:p>
            <a:fld id="{7F65B630-C7FF-41C0-9923-C5E5E29EED81}" type="slidenum">
              <a:rPr lang="zh-CN" altLang="en-US" smtClean="0">
                <a:cs typeface="+mn-ea"/>
                <a:sym typeface="+mn-lt"/>
              </a:rPr>
              <a:t>6</a:t>
            </a:fld>
            <a:endParaRPr lang="zh-CN" altLang="en-US">
              <a:cs typeface="+mn-ea"/>
              <a:sym typeface="+mn-lt"/>
            </a:endParaRPr>
          </a:p>
        </p:txBody>
      </p:sp>
      <p:grpSp>
        <p:nvGrpSpPr>
          <p:cNvPr id="23" name="îṥļîďè"/>
          <p:cNvGrpSpPr/>
          <p:nvPr/>
        </p:nvGrpSpPr>
        <p:grpSpPr>
          <a:xfrm>
            <a:off x="588085" y="1723468"/>
            <a:ext cx="11036540" cy="4533668"/>
            <a:chOff x="588085" y="2478748"/>
            <a:chExt cx="11036540" cy="4533668"/>
          </a:xfrm>
        </p:grpSpPr>
        <p:grpSp>
          <p:nvGrpSpPr>
            <p:cNvPr id="7" name="îṡľíďe"/>
            <p:cNvGrpSpPr/>
            <p:nvPr/>
          </p:nvGrpSpPr>
          <p:grpSpPr>
            <a:xfrm>
              <a:off x="588085" y="2744578"/>
              <a:ext cx="5093970" cy="3944620"/>
              <a:chOff x="980215" y="3391578"/>
              <a:chExt cx="2763252" cy="3044124"/>
            </a:xfrm>
          </p:grpSpPr>
          <p:sp>
            <p:nvSpPr>
              <p:cNvPr id="14" name="iṩḻîḋè"/>
              <p:cNvSpPr/>
              <p:nvPr/>
            </p:nvSpPr>
            <p:spPr>
              <a:xfrm flipH="1">
                <a:off x="980215" y="5866766"/>
                <a:ext cx="2763252" cy="568936"/>
              </a:xfrm>
              <a:prstGeom prst="rect">
                <a:avLst/>
              </a:prstGeom>
              <a:ln>
                <a:noFill/>
              </a:ln>
            </p:spPr>
            <p:txBody>
              <a:bodyPr wrap="square" lIns="91440" tIns="45720" rIns="91440" bIns="45720" anchor="t">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lt1"/>
                    </a:solidFill>
                    <a:effectLst/>
                    <a:uLnTx/>
                    <a:uFillTx/>
                    <a:cs typeface="+mn-ea"/>
                    <a:sym typeface="+mn-lt"/>
                  </a:rPr>
                  <a:t>第一列表示用户</a:t>
                </a:r>
                <a:r>
                  <a:rPr kumimoji="0" lang="en-US" altLang="zh-CN" sz="1400" b="0" i="0" u="none" strike="noStrike" kern="1200" cap="none" spc="0" normalizeH="0" baseline="0" noProof="0">
                    <a:ln>
                      <a:noFill/>
                    </a:ln>
                    <a:solidFill>
                      <a:schemeClr val="lt1"/>
                    </a:solidFill>
                    <a:effectLst/>
                    <a:uLnTx/>
                    <a:uFillTx/>
                    <a:cs typeface="+mn-ea"/>
                    <a:sym typeface="+mn-lt"/>
                  </a:rPr>
                  <a:t>ID</a:t>
                </a:r>
                <a:r>
                  <a:rPr kumimoji="0" lang="zh-CN" altLang="en-US" sz="1400" b="0" i="0" u="none" strike="noStrike" kern="1200" cap="none" spc="0" normalizeH="0" baseline="0" noProof="0">
                    <a:ln>
                      <a:noFill/>
                    </a:ln>
                    <a:solidFill>
                      <a:schemeClr val="lt1"/>
                    </a:solidFill>
                    <a:effectLst/>
                    <a:uLnTx/>
                    <a:uFillTx/>
                    <a:cs typeface="+mn-ea"/>
                    <a:sym typeface="+mn-lt"/>
                  </a:rPr>
                  <a:t>，第二列表示地点</a:t>
                </a:r>
                <a:r>
                  <a:rPr kumimoji="0" lang="en-US" altLang="zh-CN" sz="1400" b="0" i="0" u="none" strike="noStrike" kern="1200" cap="none" spc="0" normalizeH="0" baseline="0" noProof="0">
                    <a:ln>
                      <a:noFill/>
                    </a:ln>
                    <a:solidFill>
                      <a:schemeClr val="lt1"/>
                    </a:solidFill>
                    <a:effectLst/>
                    <a:uLnTx/>
                    <a:uFillTx/>
                    <a:cs typeface="+mn-ea"/>
                    <a:sym typeface="+mn-lt"/>
                  </a:rPr>
                  <a:t>ID</a:t>
                </a:r>
                <a:r>
                  <a:rPr kumimoji="0" lang="zh-CN" altLang="en-US" sz="1400" b="0" i="0" u="none" strike="noStrike" kern="1200" cap="none" spc="0" normalizeH="0" baseline="0" noProof="0">
                    <a:ln>
                      <a:noFill/>
                    </a:ln>
                    <a:solidFill>
                      <a:schemeClr val="lt1"/>
                    </a:solidFill>
                    <a:effectLst/>
                    <a:uLnTx/>
                    <a:uFillTx/>
                    <a:cs typeface="+mn-ea"/>
                    <a:sym typeface="+mn-lt"/>
                  </a:rPr>
                  <a:t>，第三列表示时间</a:t>
                </a:r>
              </a:p>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lt1"/>
                    </a:solidFill>
                    <a:effectLst/>
                    <a:uLnTx/>
                    <a:uFillTx/>
                    <a:cs typeface="+mn-ea"/>
                    <a:sym typeface="+mn-lt"/>
                  </a:rPr>
                  <a:t>一行记录表示用户在</a:t>
                </a:r>
                <a:r>
                  <a:rPr kumimoji="0" lang="en-US" altLang="zh-CN" sz="1400" b="0" i="0" u="none" strike="noStrike" kern="1200" cap="none" spc="0" normalizeH="0" baseline="0" noProof="0">
                    <a:ln>
                      <a:noFill/>
                    </a:ln>
                    <a:solidFill>
                      <a:schemeClr val="lt1"/>
                    </a:solidFill>
                    <a:effectLst/>
                    <a:uLnTx/>
                    <a:uFillTx/>
                    <a:cs typeface="+mn-ea"/>
                    <a:sym typeface="+mn-lt"/>
                  </a:rPr>
                  <a:t> t </a:t>
                </a:r>
                <a:r>
                  <a:rPr kumimoji="0" lang="zh-CN" altLang="en-US" sz="1400" b="0" i="0" u="none" strike="noStrike" kern="1200" cap="none" spc="0" normalizeH="0" baseline="0" noProof="0">
                    <a:ln>
                      <a:noFill/>
                    </a:ln>
                    <a:solidFill>
                      <a:schemeClr val="lt1"/>
                    </a:solidFill>
                    <a:effectLst/>
                    <a:uLnTx/>
                    <a:uFillTx/>
                    <a:cs typeface="+mn-ea"/>
                    <a:sym typeface="+mn-lt"/>
                  </a:rPr>
                  <a:t>时间访问了某地点</a:t>
                </a:r>
              </a:p>
            </p:txBody>
          </p:sp>
          <p:grpSp>
            <p:nvGrpSpPr>
              <p:cNvPr id="15" name="iṧḻïḋê"/>
              <p:cNvGrpSpPr/>
              <p:nvPr/>
            </p:nvGrpSpPr>
            <p:grpSpPr>
              <a:xfrm>
                <a:off x="1441542" y="3391578"/>
                <a:ext cx="1767363" cy="895406"/>
                <a:chOff x="1441542" y="3391578"/>
                <a:chExt cx="1767363" cy="895406"/>
              </a:xfrm>
            </p:grpSpPr>
            <p:cxnSp>
              <p:nvCxnSpPr>
                <p:cNvPr id="16" name="iślídê"/>
                <p:cNvCxnSpPr/>
                <p:nvPr/>
              </p:nvCxnSpPr>
              <p:spPr>
                <a:xfrm>
                  <a:off x="2325223" y="3933177"/>
                  <a:ext cx="0" cy="353807"/>
                </a:xfrm>
                <a:prstGeom prst="line">
                  <a:avLst/>
                </a:prstGeom>
                <a:ln>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17" name="íŝlíḍè"/>
                <p:cNvSpPr/>
                <p:nvPr/>
              </p:nvSpPr>
              <p:spPr>
                <a:xfrm>
                  <a:off x="1441542" y="3391578"/>
                  <a:ext cx="1767363" cy="542973"/>
                </a:xfrm>
                <a:prstGeom prst="roundRect">
                  <a:avLst>
                    <a:gd name="adj" fmla="val 50000"/>
                  </a:avLst>
                </a:prstGeom>
                <a:gradFill>
                  <a:gsLst>
                    <a:gs pos="0">
                      <a:schemeClr val="accent1"/>
                    </a:gs>
                    <a:gs pos="50000">
                      <a:schemeClr val="accent2"/>
                    </a:gs>
                  </a:gsLst>
                  <a:lin ang="270000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r>
                    <a:rPr lang="zh-CN" altLang="en-US" sz="2000" b="1" dirty="0">
                      <a:solidFill>
                        <a:srgbClr val="FFFFFF"/>
                      </a:solidFill>
                      <a:effectLst/>
                      <a:cs typeface="+mn-ea"/>
                      <a:sym typeface="+mn-lt"/>
                    </a:rPr>
                    <a:t>用户历史轨迹</a:t>
                  </a:r>
                </a:p>
              </p:txBody>
            </p:sp>
          </p:grpSp>
        </p:grpSp>
        <p:grpSp>
          <p:nvGrpSpPr>
            <p:cNvPr id="8" name="íṩḻïḍé"/>
            <p:cNvGrpSpPr/>
            <p:nvPr/>
          </p:nvGrpSpPr>
          <p:grpSpPr>
            <a:xfrm>
              <a:off x="6893240" y="2744581"/>
              <a:ext cx="4731386" cy="4267835"/>
              <a:chOff x="3532077" y="3391577"/>
              <a:chExt cx="2566566" cy="3293554"/>
            </a:xfrm>
          </p:grpSpPr>
          <p:sp>
            <p:nvSpPr>
              <p:cNvPr id="10" name="íṡľîḓé"/>
              <p:cNvSpPr/>
              <p:nvPr/>
            </p:nvSpPr>
            <p:spPr>
              <a:xfrm flipH="1">
                <a:off x="3532077" y="5866765"/>
                <a:ext cx="2566566" cy="818366"/>
              </a:xfrm>
              <a:prstGeom prst="rect">
                <a:avLst/>
              </a:prstGeom>
              <a:ln>
                <a:noFill/>
              </a:ln>
            </p:spPr>
            <p:txBody>
              <a:bodyPr wrap="square" lIns="91440" tIns="45720" rIns="91440" bIns="45720" anchor="t">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lt1"/>
                    </a:solidFill>
                    <a:effectLst/>
                    <a:uLnTx/>
                    <a:uFillTx/>
                    <a:cs typeface="+mn-ea"/>
                    <a:sym typeface="+mn-lt"/>
                  </a:rPr>
                  <a:t>第一列表示地点</a:t>
                </a:r>
                <a:r>
                  <a:rPr kumimoji="0" lang="en-US" altLang="zh-CN" sz="1400" b="0" i="0" u="none" strike="noStrike" kern="1200" cap="none" spc="0" normalizeH="0" baseline="0" noProof="0">
                    <a:ln>
                      <a:noFill/>
                    </a:ln>
                    <a:solidFill>
                      <a:schemeClr val="lt1"/>
                    </a:solidFill>
                    <a:effectLst/>
                    <a:uLnTx/>
                    <a:uFillTx/>
                    <a:cs typeface="+mn-ea"/>
                    <a:sym typeface="+mn-lt"/>
                  </a:rPr>
                  <a:t>ID</a:t>
                </a:r>
                <a:r>
                  <a:rPr kumimoji="0" lang="zh-CN" altLang="en-US" sz="1400" b="0" i="0" u="none" strike="noStrike" kern="1200" cap="none" spc="0" normalizeH="0" baseline="0" noProof="0">
                    <a:ln>
                      <a:noFill/>
                    </a:ln>
                    <a:solidFill>
                      <a:schemeClr val="lt1"/>
                    </a:solidFill>
                    <a:effectLst/>
                    <a:uLnTx/>
                    <a:uFillTx/>
                    <a:cs typeface="+mn-ea"/>
                    <a:sym typeface="+mn-lt"/>
                  </a:rPr>
                  <a:t>，第二列表示纬度，第三列表示经度</a:t>
                </a:r>
              </a:p>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lt1"/>
                    </a:solidFill>
                    <a:effectLst/>
                    <a:uLnTx/>
                    <a:uFillTx/>
                    <a:cs typeface="+mn-ea"/>
                    <a:sym typeface="+mn-lt"/>
                  </a:rPr>
                  <a:t>使用</a:t>
                </a:r>
                <a:r>
                  <a:rPr kumimoji="0" lang="en-US" altLang="zh-CN" sz="1400" b="0" i="0" u="none" strike="noStrike" kern="1200" cap="none" spc="0" normalizeH="0" baseline="0" noProof="0">
                    <a:ln>
                      <a:noFill/>
                    </a:ln>
                    <a:solidFill>
                      <a:schemeClr val="lt1"/>
                    </a:solidFill>
                    <a:effectLst/>
                    <a:uLnTx/>
                    <a:uFillTx/>
                    <a:cs typeface="+mn-ea"/>
                    <a:sym typeface="+mn-lt"/>
                  </a:rPr>
                  <a:t>Haversine</a:t>
                </a:r>
                <a:r>
                  <a:rPr kumimoji="0" lang="zh-CN" altLang="en-US" sz="1400" b="0" i="0" u="none" strike="noStrike" kern="1200" cap="none" spc="0" normalizeH="0" baseline="0" noProof="0">
                    <a:ln>
                      <a:noFill/>
                    </a:ln>
                    <a:solidFill>
                      <a:schemeClr val="lt1"/>
                    </a:solidFill>
                    <a:effectLst/>
                    <a:uLnTx/>
                    <a:uFillTx/>
                    <a:cs typeface="+mn-ea"/>
                    <a:sym typeface="+mn-lt"/>
                  </a:rPr>
                  <a:t>公式计算任意两地点间的球面距离</a:t>
                </a:r>
              </a:p>
              <a:p>
                <a:pPr marL="0" marR="0" lvl="0" indent="0" algn="ctr" defTabSz="914400" rtl="0" eaLnBrk="1" fontAlgn="auto" latinLnBrk="0" hangingPunct="1">
                  <a:lnSpc>
                    <a:spcPct val="15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cs typeface="+mn-ea"/>
                  <a:sym typeface="+mn-lt"/>
                </a:endParaRPr>
              </a:p>
            </p:txBody>
          </p:sp>
          <p:grpSp>
            <p:nvGrpSpPr>
              <p:cNvPr id="11" name="íṡľîde"/>
              <p:cNvGrpSpPr/>
              <p:nvPr/>
            </p:nvGrpSpPr>
            <p:grpSpPr>
              <a:xfrm>
                <a:off x="3865070" y="3391577"/>
                <a:ext cx="1767363" cy="914637"/>
                <a:chOff x="3865070" y="3391577"/>
                <a:chExt cx="1767363" cy="914637"/>
              </a:xfrm>
            </p:grpSpPr>
            <p:sp>
              <p:nvSpPr>
                <p:cNvPr id="12" name="íŝľïḑé"/>
                <p:cNvSpPr/>
                <p:nvPr/>
              </p:nvSpPr>
              <p:spPr>
                <a:xfrm>
                  <a:off x="3865070" y="3391577"/>
                  <a:ext cx="1767363" cy="542973"/>
                </a:xfrm>
                <a:prstGeom prst="roundRect">
                  <a:avLst>
                    <a:gd name="adj" fmla="val 50000"/>
                  </a:avLst>
                </a:prstGeom>
                <a:gradFill>
                  <a:gsLst>
                    <a:gs pos="0">
                      <a:schemeClr val="accent4"/>
                    </a:gs>
                    <a:gs pos="50000">
                      <a:schemeClr val="accent3"/>
                    </a:gs>
                  </a:gsLst>
                  <a:lin ang="270000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r>
                    <a:rPr lang="zh-CN" altLang="en-US" sz="2000" b="1" dirty="0">
                      <a:solidFill>
                        <a:srgbClr val="FFFFFF"/>
                      </a:solidFill>
                      <a:cs typeface="+mn-ea"/>
                      <a:sym typeface="+mn-lt"/>
                    </a:rPr>
                    <a:t>地理位置信息</a:t>
                  </a:r>
                </a:p>
              </p:txBody>
            </p:sp>
            <p:cxnSp>
              <p:nvCxnSpPr>
                <p:cNvPr id="13" name="iślîďe"/>
                <p:cNvCxnSpPr>
                  <a:stCxn id="12" idx="2"/>
                </p:cNvCxnSpPr>
                <p:nvPr/>
              </p:nvCxnSpPr>
              <p:spPr>
                <a:xfrm flipH="1">
                  <a:off x="4748751" y="3934550"/>
                  <a:ext cx="1" cy="371664"/>
                </a:xfrm>
                <a:prstGeom prst="line">
                  <a:avLst/>
                </a:prstGeom>
                <a:ln>
                  <a:solidFill>
                    <a:schemeClr val="tx1"/>
                  </a:solidFill>
                  <a:tailEnd type="oval"/>
                </a:ln>
              </p:spPr>
              <p:style>
                <a:lnRef idx="1">
                  <a:schemeClr val="accent1"/>
                </a:lnRef>
                <a:fillRef idx="0">
                  <a:schemeClr val="accent1"/>
                </a:fillRef>
                <a:effectRef idx="0">
                  <a:schemeClr val="accent1"/>
                </a:effectRef>
                <a:fontRef idx="minor">
                  <a:schemeClr val="tx1"/>
                </a:fontRef>
              </p:style>
            </p:cxnSp>
          </p:grpSp>
        </p:grpSp>
        <p:cxnSp>
          <p:nvCxnSpPr>
            <p:cNvPr id="9" name="ïŝ1îdê"/>
            <p:cNvCxnSpPr/>
            <p:nvPr/>
          </p:nvCxnSpPr>
          <p:spPr>
            <a:xfrm>
              <a:off x="6096000" y="2478748"/>
              <a:ext cx="0" cy="12058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8" name="图片 17" descr="屏幕截图 2025-04-27 120438"/>
          <p:cNvPicPr>
            <a:picLocks noChangeAspect="1"/>
          </p:cNvPicPr>
          <p:nvPr/>
        </p:nvPicPr>
        <p:blipFill>
          <a:blip r:embed="rId4"/>
          <a:stretch>
            <a:fillRect/>
          </a:stretch>
        </p:blipFill>
        <p:spPr>
          <a:xfrm>
            <a:off x="2162810" y="3303905"/>
            <a:ext cx="1809750" cy="1833245"/>
          </a:xfrm>
          <a:prstGeom prst="rect">
            <a:avLst/>
          </a:prstGeom>
        </p:spPr>
      </p:pic>
      <p:pic>
        <p:nvPicPr>
          <p:cNvPr id="19" name="图片 18" descr="屏幕截图 2025-04-27 120451"/>
          <p:cNvPicPr>
            <a:picLocks noChangeAspect="1"/>
          </p:cNvPicPr>
          <p:nvPr/>
        </p:nvPicPr>
        <p:blipFill>
          <a:blip r:embed="rId5"/>
          <a:stretch>
            <a:fillRect/>
          </a:stretch>
        </p:blipFill>
        <p:spPr>
          <a:xfrm>
            <a:off x="7932420" y="3303905"/>
            <a:ext cx="2619375" cy="1833245"/>
          </a:xfrm>
          <a:prstGeom prst="rect">
            <a:avLst/>
          </a:prstGeom>
        </p:spPr>
      </p:pic>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î$ľiḍê"/>
        <p:cNvGrpSpPr/>
        <p:nvPr/>
      </p:nvGrpSpPr>
      <p:grpSpPr>
        <a:xfrm>
          <a:off x="0" y="0"/>
          <a:ext cx="0" cy="0"/>
          <a:chOff x="0" y="0"/>
          <a:chExt cx="0" cy="0"/>
        </a:xfrm>
      </p:grpSpPr>
      <p:sp>
        <p:nvSpPr>
          <p:cNvPr id="2" name="íṡļîďé"/>
          <p:cNvSpPr>
            <a:spLocks noGrp="1"/>
          </p:cNvSpPr>
          <p:nvPr>
            <p:ph type="title"/>
          </p:nvPr>
        </p:nvSpPr>
        <p:spPr/>
        <p:txBody>
          <a:bodyPr/>
          <a:lstStyle/>
          <a:p>
            <a:r>
              <a:rPr lang="zh-CN" altLang="en-US">
                <a:latin typeface="+mn-lt"/>
                <a:ea typeface="+mn-ea"/>
                <a:cs typeface="+mn-ea"/>
                <a:sym typeface="+mn-lt"/>
              </a:rPr>
              <a:t>时空关系</a:t>
            </a:r>
          </a:p>
        </p:txBody>
      </p:sp>
      <p:sp>
        <p:nvSpPr>
          <p:cNvPr id="3" name="íṧļiďê"/>
          <p:cNvSpPr>
            <a:spLocks noGrp="1"/>
          </p:cNvSpPr>
          <p:nvPr>
            <p:ph type="sldNum" sz="quarter" idx="12"/>
          </p:nvPr>
        </p:nvSpPr>
        <p:spPr/>
        <p:txBody>
          <a:bodyPr/>
          <a:lstStyle/>
          <a:p>
            <a:fld id="{7F65B630-C7FF-41C0-9923-C5E5E29EED81}" type="slidenum">
              <a:rPr lang="zh-CN" altLang="en-US" smtClean="0">
                <a:cs typeface="+mn-ea"/>
                <a:sym typeface="+mn-lt"/>
              </a:rPr>
              <a:t>7</a:t>
            </a:fld>
            <a:endParaRPr lang="zh-CN" altLang="en-US">
              <a:cs typeface="+mn-ea"/>
              <a:sym typeface="+mn-lt"/>
            </a:endParaRPr>
          </a:p>
        </p:txBody>
      </p:sp>
      <p:grpSp>
        <p:nvGrpSpPr>
          <p:cNvPr id="6" name="îşlîdê"/>
          <p:cNvGrpSpPr/>
          <p:nvPr>
            <p:custDataLst>
              <p:tags r:id="rId2"/>
            </p:custDataLst>
          </p:nvPr>
        </p:nvGrpSpPr>
        <p:grpSpPr>
          <a:xfrm>
            <a:off x="230216" y="1081772"/>
            <a:ext cx="11596446" cy="5324165"/>
            <a:chOff x="129439" y="1396780"/>
            <a:chExt cx="11596208" cy="5323886"/>
          </a:xfrm>
        </p:grpSpPr>
        <p:grpSp>
          <p:nvGrpSpPr>
            <p:cNvPr id="42" name="îṧļíḑê"/>
            <p:cNvGrpSpPr/>
            <p:nvPr/>
          </p:nvGrpSpPr>
          <p:grpSpPr>
            <a:xfrm>
              <a:off x="312605" y="1396780"/>
              <a:ext cx="5995547" cy="1530905"/>
              <a:chOff x="17783" y="1396780"/>
              <a:chExt cx="5995547" cy="1530905"/>
            </a:xfrm>
          </p:grpSpPr>
          <p:sp>
            <p:nvSpPr>
              <p:cNvPr id="44" name="îṥļîde"/>
              <p:cNvSpPr/>
              <p:nvPr>
                <p:custDataLst>
                  <p:tags r:id="rId9"/>
                </p:custDataLst>
              </p:nvPr>
            </p:nvSpPr>
            <p:spPr>
              <a:xfrm>
                <a:off x="264791" y="1396780"/>
                <a:ext cx="3446709" cy="6495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zh-CN" altLang="en-US" sz="2000" b="1">
                    <a:solidFill>
                      <a:schemeClr val="tx1"/>
                    </a:solidFill>
                    <a:cs typeface="+mn-ea"/>
                    <a:sym typeface="+mn-lt"/>
                  </a:rPr>
                  <a:t>用户、地点和时间集合</a:t>
                </a:r>
              </a:p>
            </p:txBody>
          </p:sp>
          <mc:AlternateContent xmlns:mc="http://schemas.openxmlformats.org/markup-compatibility/2006" xmlns:a14="http://schemas.microsoft.com/office/drawing/2010/main">
            <mc:Choice Requires="a14">
              <p:sp>
                <p:nvSpPr>
                  <p:cNvPr id="45" name="îṥlíḋé"/>
                  <p:cNvSpPr/>
                  <p:nvPr>
                    <p:custDataLst>
                      <p:tags r:id="rId10"/>
                    </p:custDataLst>
                  </p:nvPr>
                </p:nvSpPr>
                <p:spPr>
                  <a:xfrm>
                    <a:off x="17783" y="2159375"/>
                    <a:ext cx="5995547" cy="7683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5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kumimoji="0" lang="en-US" altLang="zh-CN" b="0" i="1" u="none" strike="noStrike" kern="1200" cap="none" spc="0" normalizeH="0" baseline="0" noProof="0" smtClean="0">
                              <a:ln>
                                <a:noFill/>
                              </a:ln>
                              <a:solidFill>
                                <a:schemeClr val="lt1">
                                  <a:alpha val="70000"/>
                                </a:schemeClr>
                              </a:solidFill>
                              <a:effectLst/>
                              <a:uLnTx/>
                              <a:uFillTx/>
                              <a:latin typeface="Cambria Math" panose="02040503050406030204" charset="0"/>
                              <a:cs typeface="Cambria Math" panose="02040503050406030204" charset="0"/>
                              <a:sym typeface="+mn-lt"/>
                            </a:rPr>
                            <m:t>𝑈</m:t>
                          </m:r>
                          <m:r>
                            <a:rPr kumimoji="0" lang="en-US" altLang="zh-CN" b="0" i="1" u="none" strike="noStrike" kern="1200" cap="none" spc="0" normalizeH="0" baseline="0" noProof="0" smtClean="0">
                              <a:ln>
                                <a:noFill/>
                              </a:ln>
                              <a:solidFill>
                                <a:schemeClr val="lt1">
                                  <a:alpha val="70000"/>
                                </a:schemeClr>
                              </a:solidFill>
                              <a:effectLst/>
                              <a:uLnTx/>
                              <a:uFillTx/>
                              <a:latin typeface="Cambria Math" panose="02040503050406030204" charset="0"/>
                              <a:cs typeface="Cambria Math" panose="02040503050406030204" charset="0"/>
                              <a:sym typeface="+mn-lt"/>
                            </a:rPr>
                            <m:t>={</m:t>
                          </m:r>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𝑢</m:t>
                              </m:r>
                            </m:e>
                            <m: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1</m:t>
                              </m:r>
                            </m:sub>
                          </m:s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𝑢</m:t>
                              </m:r>
                            </m:e>
                            <m:sub>
                              <m:r>
                                <a:rPr lang="en-US" i="1">
                                  <a:latin typeface="Cambria Math" panose="02040503050406030204" charset="0"/>
                                </a:rPr>
                                <m:t>2</m:t>
                              </m:r>
                            </m:sub>
                          </m:s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𝑢</m:t>
                              </m:r>
                            </m:e>
                            <m:sub>
                              <m:r>
                                <a:rPr lang="en-US" i="1">
                                  <a:latin typeface="Cambria Math" panose="02040503050406030204" charset="0"/>
                                </a:rPr>
                                <m:t>𝑈</m:t>
                              </m:r>
                            </m:sub>
                          </m:s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𝐿</m:t>
                          </m:r>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𝑙</m:t>
                              </m:r>
                            </m:e>
                            <m: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1</m:t>
                              </m:r>
                            </m:sub>
                          </m:s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𝑙</m:t>
                              </m:r>
                            </m:e>
                            <m:sub>
                              <m:r>
                                <a:rPr lang="en-US" i="1">
                                  <a:latin typeface="Cambria Math" panose="02040503050406030204" charset="0"/>
                                </a:rPr>
                                <m:t>2</m:t>
                              </m:r>
                            </m:sub>
                          </m:s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𝑙</m:t>
                              </m:r>
                            </m:e>
                            <m: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𝐿</m:t>
                              </m:r>
                            </m:sub>
                          </m:s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𝑇</m:t>
                          </m:r>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𝑡</m:t>
                              </m:r>
                            </m:e>
                            <m: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1</m:t>
                              </m:r>
                            </m:sub>
                          </m:s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𝑡</m:t>
                              </m:r>
                            </m:e>
                            <m:sub>
                              <m:r>
                                <a:rPr lang="en-US" i="1">
                                  <a:latin typeface="Cambria Math" panose="02040503050406030204" charset="0"/>
                                </a:rPr>
                                <m:t>2</m:t>
                              </m:r>
                            </m:sub>
                          </m:s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𝑡</m:t>
                              </m:r>
                            </m:e>
                            <m: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𝑇</m:t>
                              </m:r>
                            </m:sub>
                          </m:s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oMath>
                      </m:oMathPara>
                    </a14:m>
                    <a:endParaRPr kumimoji="0" lang="en-US" altLang="zh-CN" b="0" i="1" u="none" strike="noStrike" kern="1200" cap="none" spc="0" normalizeH="0" baseline="0" noProof="0" dirty="0">
                      <a:ln>
                        <a:noFill/>
                      </a:ln>
                      <a:solidFill>
                        <a:schemeClr val="lt1">
                          <a:alpha val="70000"/>
                        </a:schemeClr>
                      </a:solidFill>
                      <a:effectLst/>
                      <a:uLnTx/>
                      <a:uFillTx/>
                      <a:latin typeface="Cambria Math" panose="02040503050406030204" charset="0"/>
                      <a:cs typeface="Cambria Math" panose="02040503050406030204" charset="0"/>
                      <a:sym typeface="+mn-lt"/>
                    </a:endParaRPr>
                  </a:p>
                </p:txBody>
              </p:sp>
            </mc:Choice>
            <mc:Fallback xmlns="">
              <p:sp>
                <p:nvSpPr>
                  <p:cNvPr id="45" name="îṥlíḋé"/>
                  <p:cNvSpPr>
                    <a:spLocks noRot="1" noChangeAspect="1" noMove="1" noResize="1" noEditPoints="1" noAdjustHandles="1" noChangeArrowheads="1" noChangeShapeType="1" noTextEdit="1"/>
                  </p:cNvSpPr>
                  <p:nvPr>
                    <p:custDataLst>
                      <p:tags r:id="rId12"/>
                    </p:custDataLst>
                  </p:nvPr>
                </p:nvSpPr>
                <p:spPr>
                  <a:xfrm>
                    <a:off x="17783" y="2159375"/>
                    <a:ext cx="5995547" cy="768310"/>
                  </a:xfrm>
                  <a:prstGeom prst="rect">
                    <a:avLst/>
                  </a:prstGeom>
                  <a:blipFill rotWithShape="1">
                    <a:blip r:embed="rId13"/>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grpSp>
        <p:grpSp>
          <p:nvGrpSpPr>
            <p:cNvPr id="32" name="íṥḻïḓê"/>
            <p:cNvGrpSpPr/>
            <p:nvPr/>
          </p:nvGrpSpPr>
          <p:grpSpPr>
            <a:xfrm>
              <a:off x="6575755" y="1533298"/>
              <a:ext cx="4381410" cy="1325602"/>
              <a:chOff x="3601849" y="1533298"/>
              <a:chExt cx="4381410" cy="1325602"/>
            </a:xfrm>
          </p:grpSpPr>
          <p:sp>
            <p:nvSpPr>
              <p:cNvPr id="34" name="îṡlïḍê"/>
              <p:cNvSpPr/>
              <p:nvPr>
                <p:custDataLst>
                  <p:tags r:id="rId7"/>
                </p:custDataLst>
              </p:nvPr>
            </p:nvSpPr>
            <p:spPr>
              <a:xfrm>
                <a:off x="3705152" y="1533298"/>
                <a:ext cx="2259696" cy="5232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zh-CN" altLang="en-US" sz="2000" b="1">
                    <a:solidFill>
                      <a:schemeClr val="tx1"/>
                    </a:solidFill>
                    <a:cs typeface="+mn-ea"/>
                    <a:sym typeface="+mn-lt"/>
                  </a:rPr>
                  <a:t>每个用户的轨迹</a:t>
                </a:r>
              </a:p>
            </p:txBody>
          </p:sp>
          <mc:AlternateContent xmlns:mc="http://schemas.openxmlformats.org/markup-compatibility/2006" xmlns:a14="http://schemas.microsoft.com/office/drawing/2010/main">
            <mc:Choice Requires="a14">
              <p:sp>
                <p:nvSpPr>
                  <p:cNvPr id="35" name="íSlîďe"/>
                  <p:cNvSpPr/>
                  <p:nvPr>
                    <p:custDataLst>
                      <p:tags r:id="rId8"/>
                    </p:custDataLst>
                  </p:nvPr>
                </p:nvSpPr>
                <p:spPr>
                  <a:xfrm>
                    <a:off x="3601849" y="2159376"/>
                    <a:ext cx="4381410" cy="6995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50000"/>
                      </a:lnSpc>
                      <a:spcBef>
                        <a:spcPts val="0"/>
                      </a:spcBef>
                      <a:spcAft>
                        <a:spcPts val="0"/>
                      </a:spcAft>
                      <a:buClrTx/>
                      <a:buSzTx/>
                      <a:buFontTx/>
                      <a:buNone/>
                      <a:defRPr/>
                    </a:pPr>
                    <a14:m>
                      <m:oMath xmlns:m="http://schemas.openxmlformats.org/officeDocument/2006/math">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𝑡𝑟𝑎</m:t>
                        </m:r>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𝑢</m:t>
                            </m:r>
                          </m:e>
                          <m:sub>
                            <m:r>
                              <a:rPr lang="en-US" i="1">
                                <a:latin typeface="Cambria Math" panose="02040503050406030204" charset="0"/>
                              </a:rPr>
                              <m:t>𝑖</m:t>
                            </m:r>
                          </m:sub>
                        </m:s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𝑟</m:t>
                            </m:r>
                          </m:e>
                          <m: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1</m:t>
                            </m:r>
                          </m:sub>
                        </m:s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𝑟</m:t>
                            </m:r>
                          </m:e>
                          <m:sub>
                            <m:r>
                              <a:rPr lang="en-US" i="1">
                                <a:latin typeface="Cambria Math" panose="02040503050406030204" charset="0"/>
                              </a:rPr>
                              <m:t>2</m:t>
                            </m:r>
                          </m:sub>
                        </m:sSub>
                        <m:r>
                          <a:rPr lang="en-US" i="1">
                            <a:latin typeface="Cambria Math" panose="02040503050406030204" charset="0"/>
                          </a:rPr>
                          <m:t>,...,</m:t>
                        </m:r>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𝑟</m:t>
                            </m:r>
                          </m:e>
                          <m:sub>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𝑚</m:t>
                                </m:r>
                              </m:e>
                              <m:sub>
                                <m:r>
                                  <a:rPr lang="en-US" i="1">
                                    <a:latin typeface="Cambria Math" panose="02040503050406030204" charset="0"/>
                                  </a:rPr>
                                  <m:t>𝑖</m:t>
                                </m:r>
                              </m:sub>
                            </m:sSub>
                          </m:sub>
                        </m:sSub>
                        <m:r>
                          <a:rPr lang="en-US" i="1">
                            <a:latin typeface="Cambria Math" panose="02040503050406030204" charset="0"/>
                          </a:rPr>
                          <m:t>}</m:t>
                        </m:r>
                      </m:oMath>
                    </a14:m>
                    <a: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a:t>,   </a:t>
                    </a:r>
                    <a14:m>
                      <m:oMath xmlns:m="http://schemas.openxmlformats.org/officeDocument/2006/math">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𝑟</m:t>
                            </m:r>
                          </m:e>
                          <m:sub>
                            <m:r>
                              <a:rPr lang="en-US" i="1">
                                <a:latin typeface="Cambria Math" panose="02040503050406030204" charset="0"/>
                              </a:rPr>
                              <m:t>𝑘</m:t>
                            </m:r>
                          </m:sub>
                        </m:sSub>
                        <m:r>
                          <a:rPr lang="en-US" i="1">
                            <a:latin typeface="Cambria Math" panose="02040503050406030204" charset="0"/>
                          </a:rPr>
                          <m:t>=(</m:t>
                        </m:r>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𝑢</m:t>
                            </m:r>
                          </m:e>
                          <m:sub>
                            <m:r>
                              <a:rPr lang="en-US" i="1">
                                <a:latin typeface="Cambria Math" panose="02040503050406030204" charset="0"/>
                              </a:rPr>
                              <m:t>𝑖</m:t>
                            </m:r>
                          </m:sub>
                        </m:sSub>
                        <m:r>
                          <a:rPr lang="en-US" i="1">
                            <a:latin typeface="Cambria Math" panose="02040503050406030204" charset="0"/>
                          </a:rPr>
                          <m:t>,</m:t>
                        </m:r>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𝑙</m:t>
                            </m:r>
                          </m:e>
                          <m:sub>
                            <m:r>
                              <a:rPr lang="en-US" i="1">
                                <a:latin typeface="Cambria Math" panose="02040503050406030204" charset="0"/>
                              </a:rPr>
                              <m:t>𝑘</m:t>
                            </m:r>
                          </m:sub>
                        </m:sSub>
                        <m:r>
                          <a:rPr lang="en-US" i="1">
                            <a:latin typeface="Cambria Math" panose="02040503050406030204" charset="0"/>
                          </a:rPr>
                          <m:t>,</m:t>
                        </m:r>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𝑡</m:t>
                            </m:r>
                          </m:e>
                          <m:sub>
                            <m:r>
                              <a:rPr lang="en-US" i="1">
                                <a:latin typeface="Cambria Math" panose="02040503050406030204" charset="0"/>
                              </a:rPr>
                              <m:t>𝑘</m:t>
                            </m:r>
                          </m:sub>
                        </m:sSub>
                        <m:r>
                          <a:rPr lang="en-US" i="1">
                            <a:latin typeface="Cambria Math" panose="02040503050406030204" charset="0"/>
                          </a:rPr>
                          <m:t>)</m:t>
                        </m:r>
                      </m:oMath>
                    </a14:m>
                    <a:endPar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endParaRPr>
                  </a:p>
                </p:txBody>
              </p:sp>
            </mc:Choice>
            <mc:Fallback xmlns="">
              <p:sp>
                <p:nvSpPr>
                  <p:cNvPr id="35" name="íSlîďe"/>
                  <p:cNvSpPr>
                    <a:spLocks noRot="1" noChangeAspect="1" noMove="1" noResize="1" noEditPoints="1" noAdjustHandles="1" noChangeArrowheads="1" noChangeShapeType="1" noTextEdit="1"/>
                  </p:cNvSpPr>
                  <p:nvPr>
                    <p:custDataLst>
                      <p:tags r:id="rId14"/>
                    </p:custDataLst>
                  </p:nvPr>
                </p:nvSpPr>
                <p:spPr>
                  <a:xfrm>
                    <a:off x="3601849" y="2159376"/>
                    <a:ext cx="4381410" cy="699524"/>
                  </a:xfrm>
                  <a:prstGeom prst="rect">
                    <a:avLst/>
                  </a:prstGeom>
                  <a:blipFill rotWithShape="1">
                    <a:blip r:embed="rId15"/>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grpSp>
        <p:grpSp>
          <p:nvGrpSpPr>
            <p:cNvPr id="22" name="íśḷïdè"/>
            <p:cNvGrpSpPr/>
            <p:nvPr/>
          </p:nvGrpSpPr>
          <p:grpSpPr>
            <a:xfrm>
              <a:off x="129439" y="3075938"/>
              <a:ext cx="5071641" cy="3636455"/>
              <a:chOff x="-5523551" y="3661343"/>
              <a:chExt cx="5071641" cy="2961740"/>
            </a:xfrm>
          </p:grpSpPr>
          <p:sp>
            <p:nvSpPr>
              <p:cNvPr id="24" name="ïṣľîdé"/>
              <p:cNvSpPr/>
              <p:nvPr>
                <p:custDataLst>
                  <p:tags r:id="rId5"/>
                </p:custDataLst>
              </p:nvPr>
            </p:nvSpPr>
            <p:spPr>
              <a:xfrm>
                <a:off x="-4691917" y="3661343"/>
                <a:ext cx="2259696" cy="42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zh-CN" altLang="en-US" sz="2000" b="1">
                    <a:solidFill>
                      <a:schemeClr val="tx1"/>
                    </a:solidFill>
                    <a:cs typeface="+mn-ea"/>
                    <a:sym typeface="+mn-lt"/>
                  </a:rPr>
                  <a:t>轨迹时空关系矩阵</a:t>
                </a:r>
              </a:p>
            </p:txBody>
          </p:sp>
          <mc:AlternateContent xmlns:mc="http://schemas.openxmlformats.org/markup-compatibility/2006" xmlns:a14="http://schemas.microsoft.com/office/drawing/2010/main">
            <mc:Choice Requires="a14">
              <p:sp>
                <p:nvSpPr>
                  <p:cNvPr id="25" name="iṣḻîdê"/>
                  <p:cNvSpPr/>
                  <p:nvPr>
                    <p:custDataLst>
                      <p:tags r:id="rId6"/>
                    </p:custDataLst>
                  </p:nvPr>
                </p:nvSpPr>
                <p:spPr>
                  <a:xfrm>
                    <a:off x="-5523551" y="4205389"/>
                    <a:ext cx="5071641" cy="24176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50000"/>
                      </a:lnSpc>
                      <a:spcBef>
                        <a:spcPts val="0"/>
                      </a:spcBef>
                      <a:spcAft>
                        <a:spcPts val="0"/>
                      </a:spcAft>
                      <a:buClrTx/>
                      <a:buSzTx/>
                      <a:buFontTx/>
                      <a:buNone/>
                      <a:defRPr/>
                    </a:pPr>
                    <a14:m>
                      <m:oMath xmlns:m="http://schemas.openxmlformats.org/officeDocument/2006/math">
                        <m:sSubSup>
                          <m:sSubSup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SupPr>
                          <m:e>
                            <m:r>
                              <a:rPr kumimoji="0" lang="en-US" altLang="zh-CN"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𝑖𝑗</m:t>
                            </m:r>
                          </m:sub>
                          <m:sup>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𝑡</m:t>
                            </m:r>
                          </m:sup>
                        </m:sSubSup>
                      </m:oMath>
                    </a14:m>
                    <a:r>
                      <a:rPr kumimoji="0" lang="en-US" altLang="zh-CN" b="0" i="0" u="none" strike="noStrike" kern="1200" cap="none" spc="0" normalizeH="0" baseline="0" noProof="0" dirty="0">
                        <a:ln>
                          <a:noFill/>
                        </a:ln>
                        <a:solidFill>
                          <a:schemeClr val="lt1">
                            <a:alpha val="70000"/>
                          </a:schemeClr>
                        </a:solidFill>
                        <a:effectLst/>
                        <a:uLnTx/>
                        <a:uFillTx/>
                        <a:cs typeface="+mn-ea"/>
                        <a:sym typeface="+mn-lt"/>
                      </a:rPr>
                      <a:t>=|</a:t>
                    </a:r>
                    <a14:m>
                      <m:oMath xmlns:m="http://schemas.openxmlformats.org/officeDocument/2006/math">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𝑡</m:t>
                            </m:r>
                          </m:e>
                          <m:sub>
                            <m:r>
                              <a:rPr lang="en-US" i="1">
                                <a:latin typeface="Cambria Math" panose="02040503050406030204" charset="0"/>
                              </a:rPr>
                              <m:t>𝑖</m:t>
                            </m:r>
                          </m:sub>
                        </m:sSub>
                        <m:r>
                          <a:rPr lang="en-US" i="1">
                            <a:latin typeface="Cambria Math" panose="02040503050406030204" charset="0"/>
                          </a:rPr>
                          <m:t>−</m:t>
                        </m:r>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𝑡</m:t>
                            </m:r>
                          </m:e>
                          <m:sub>
                            <m:r>
                              <a:rPr lang="en-US" i="1">
                                <a:latin typeface="Cambria Math" panose="02040503050406030204" charset="0"/>
                              </a:rPr>
                              <m:t>𝑗</m:t>
                            </m:r>
                          </m:sub>
                        </m:sSub>
                      </m:oMath>
                    </a14:m>
                    <a:r>
                      <a:rPr kumimoji="0" lang="en-US" altLang="zh-CN" b="0" i="0" u="none" strike="noStrike" kern="1200" cap="none" spc="0" normalizeH="0" baseline="0" noProof="0" dirty="0">
                        <a:ln>
                          <a:noFill/>
                        </a:ln>
                        <a:solidFill>
                          <a:schemeClr val="lt1">
                            <a:alpha val="70000"/>
                          </a:schemeClr>
                        </a:solidFill>
                        <a:effectLst/>
                        <a:uLnTx/>
                        <a:uFillTx/>
                        <a:cs typeface="+mn-ea"/>
                        <a:sym typeface="+mn-lt"/>
                      </a:rPr>
                      <a:t>|,   </a:t>
                    </a:r>
                    <a14:m>
                      <m:oMath xmlns:m="http://schemas.openxmlformats.org/officeDocument/2006/math">
                        <m:sSubSup>
                          <m:sSubSup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SupPr>
                          <m:e>
                            <m:r>
                              <a:rPr kumimoji="0" lang="en-US" altLang="zh-CN"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𝑖𝑗</m:t>
                            </m:r>
                          </m:sub>
                          <m:sup>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𝑠</m:t>
                            </m:r>
                          </m:sup>
                        </m:sSubSup>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𝐻𝑎𝑣𝑒𝑟𝑠𝑖𝑛𝑒</m:t>
                        </m:r>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𝐺𝑃𝑆</m:t>
                            </m:r>
                          </m:e>
                          <m:sub>
                            <m:r>
                              <a:rPr lang="en-US" i="1">
                                <a:latin typeface="Cambria Math" panose="02040503050406030204" charset="0"/>
                              </a:rPr>
                              <m:t>𝑖</m:t>
                            </m:r>
                          </m:sub>
                        </m:s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𝐺𝑃𝑆</m:t>
                            </m:r>
                          </m:e>
                          <m:sub>
                            <m:r>
                              <a:rPr lang="en-US" i="1">
                                <a:latin typeface="Cambria Math" panose="02040503050406030204" charset="0"/>
                              </a:rPr>
                              <m:t>𝑗</m:t>
                            </m:r>
                          </m:sub>
                        </m:s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oMath>
                    </a14:m>
                    <a:endParaRPr kumimoji="0" lang="en-US" altLang="zh-CN" b="0" i="0" u="none" strike="noStrike" kern="1200" cap="none" spc="0" normalizeH="0" baseline="0" noProof="0" dirty="0">
                      <a:ln>
                        <a:noFill/>
                      </a:ln>
                      <a:solidFill>
                        <a:schemeClr val="lt1">
                          <a:alpha val="70000"/>
                        </a:schemeClr>
                      </a:solidFill>
                      <a:effectLst/>
                      <a:uLnTx/>
                      <a:uFillTx/>
                      <a:cs typeface="+mn-ea"/>
                      <a:sym typeface="+mn-lt"/>
                    </a:endParaRPr>
                  </a:p>
                  <a:p>
                    <a:pPr marL="0" marR="0" lvl="0" indent="0" algn="ctr" defTabSz="914400" rtl="0" eaLnBrk="1" fontAlgn="auto" latinLnBrk="0" hangingPunct="1">
                      <a:lnSpc>
                        <a:spcPct val="15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sSup>
                            <m:sSup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pPr>
                            <m:e>
                              <m:r>
                                <a:rPr kumimoji="0" lang="en-US" altLang="zh-CN"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sup>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𝑡</m:t>
                              </m:r>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𝑠</m:t>
                              </m:r>
                            </m:sup>
                          </m:sSup>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d>
                            <m:dPr>
                              <m:begChr m:val="["/>
                              <m:endChr m:val="]"/>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dPr>
                            <m:e>
                              <m:m>
                                <m:mPr>
                                  <m:mcs>
                                    <m:mc>
                                      <m:mcPr>
                                        <m:count m:val="2"/>
                                        <m:mcJc m:val="center"/>
                                      </m:mcPr>
                                    </m:mc>
                                  </m:mcs>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mPr>
                                <m:mr>
                                  <m:e>
                                    <m:m>
                                      <m:mPr>
                                        <m:mcs>
                                          <m:mc>
                                            <m:mcPr>
                                              <m:count m:val="2"/>
                                              <m:mcJc m:val="center"/>
                                            </m:mcPr>
                                          </m:mc>
                                        </m:mcs>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mPr>
                                      <m:mr>
                                        <m:e>
                                          <m:sSubSup>
                                            <m:sSubSup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SupPr>
                                            <m:e>
                                              <m:r>
                                                <a:rPr kumimoji="0" lang="en-US" altLang="zh-CN"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11</m:t>
                                              </m:r>
                                            </m:sub>
                                            <m:sup>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𝑡</m:t>
                                              </m:r>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𝑠</m:t>
                                              </m:r>
                                            </m:sup>
                                          </m:sSubSup>
                                        </m:e>
                                        <m:e>
                                          <m:sSubSup>
                                            <m:sSubSup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SupPr>
                                            <m:e>
                                              <m:r>
                                                <a:rPr kumimoji="0" lang="en-US" altLang="zh-CN"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sub>
                                              <m:r>
                                                <a:rPr lang="en-US" i="1">
                                                  <a:latin typeface="Cambria Math" panose="02040503050406030204" charset="0"/>
                                                </a:rPr>
                                                <m:t>12</m:t>
                                              </m:r>
                                            </m:sub>
                                            <m:sup>
                                              <m:r>
                                                <a:rPr lang="en-US" i="1">
                                                  <a:latin typeface="Cambria Math" panose="02040503050406030204" charset="0"/>
                                                </a:rPr>
                                                <m:t>𝑡</m:t>
                                              </m:r>
                                              <m:r>
                                                <a:rPr lang="en-US" i="1">
                                                  <a:latin typeface="Cambria Math" panose="02040503050406030204" charset="0"/>
                                                </a:rPr>
                                                <m:t>,</m:t>
                                              </m:r>
                                              <m:r>
                                                <a:rPr lang="en-US" i="1">
                                                  <a:latin typeface="Cambria Math" panose="02040503050406030204" charset="0"/>
                                                </a:rPr>
                                                <m:t>𝑠</m:t>
                                              </m:r>
                                            </m:sup>
                                          </m:sSubSup>
                                        </m:e>
                                      </m:mr>
                                      <m:mr>
                                        <m:e>
                                          <m:sSubSup>
                                            <m:sSubSup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SupPr>
                                            <m:e>
                                              <m:r>
                                                <a:rPr kumimoji="0" lang="en-US" altLang="zh-CN"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sub>
                                              <m:r>
                                                <a:rPr lang="en-US" i="1">
                                                  <a:latin typeface="Cambria Math" panose="02040503050406030204" charset="0"/>
                                                </a:rPr>
                                                <m:t>21</m:t>
                                              </m:r>
                                            </m:sub>
                                            <m:sup>
                                              <m:r>
                                                <a:rPr lang="en-US" i="1">
                                                  <a:latin typeface="Cambria Math" panose="02040503050406030204" charset="0"/>
                                                </a:rPr>
                                                <m:t>𝑡</m:t>
                                              </m:r>
                                              <m:r>
                                                <a:rPr lang="en-US" i="1">
                                                  <a:latin typeface="Cambria Math" panose="02040503050406030204" charset="0"/>
                                                </a:rPr>
                                                <m:t>,</m:t>
                                              </m:r>
                                              <m:r>
                                                <a:rPr lang="en-US" i="1">
                                                  <a:latin typeface="Cambria Math" panose="02040503050406030204" charset="0"/>
                                                </a:rPr>
                                                <m:t>𝑠</m:t>
                                              </m:r>
                                            </m:sup>
                                          </m:sSubSup>
                                        </m:e>
                                        <m:e>
                                          <m:sSubSup>
                                            <m:sSubSup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SupPr>
                                            <m:e>
                                              <m:r>
                                                <a:rPr kumimoji="0" lang="en-US" altLang="zh-CN"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sub>
                                              <m:r>
                                                <a:rPr lang="en-US" i="1">
                                                  <a:latin typeface="Cambria Math" panose="02040503050406030204" charset="0"/>
                                                </a:rPr>
                                                <m:t>22</m:t>
                                              </m:r>
                                            </m:sub>
                                            <m:sup>
                                              <m:r>
                                                <a:rPr lang="en-US" i="1">
                                                  <a:latin typeface="Cambria Math" panose="02040503050406030204" charset="0"/>
                                                </a:rPr>
                                                <m:t>𝑡</m:t>
                                              </m:r>
                                              <m:r>
                                                <a:rPr lang="en-US" i="1">
                                                  <a:latin typeface="Cambria Math" panose="02040503050406030204" charset="0"/>
                                                </a:rPr>
                                                <m:t>,</m:t>
                                              </m:r>
                                              <m:r>
                                                <a:rPr lang="en-US" i="1">
                                                  <a:latin typeface="Cambria Math" panose="02040503050406030204" charset="0"/>
                                                </a:rPr>
                                                <m:t>𝑠</m:t>
                                              </m:r>
                                            </m:sup>
                                          </m:sSubSup>
                                        </m:e>
                                      </m:mr>
                                    </m:m>
                                  </m:e>
                                  <m:e>
                                    <m:m>
                                      <m:mPr>
                                        <m:mcs>
                                          <m:mc>
                                            <m:mcPr>
                                              <m:count m:val="2"/>
                                              <m:mcJc m:val="center"/>
                                            </m:mcPr>
                                          </m:mc>
                                        </m:mcs>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mPr>
                                      <m:m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e>
                                          <m:sSubSup>
                                            <m:sSubSup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SupPr>
                                            <m:e>
                                              <m:r>
                                                <a:rPr kumimoji="0" lang="en-US" altLang="zh-CN"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sub>
                                              <m:r>
                                                <a:rPr lang="en-US" i="1">
                                                  <a:latin typeface="Cambria Math" panose="02040503050406030204" charset="0"/>
                                                </a:rPr>
                                                <m:t>1</m:t>
                                              </m:r>
                                              <m:r>
                                                <a:rPr lang="en-US" i="1">
                                                  <a:latin typeface="Cambria Math" panose="02040503050406030204" charset="0"/>
                                                </a:rPr>
                                                <m:t>𝑛</m:t>
                                              </m:r>
                                            </m:sub>
                                            <m:sup>
                                              <m:r>
                                                <a:rPr lang="en-US" i="1">
                                                  <a:latin typeface="Cambria Math" panose="02040503050406030204" charset="0"/>
                                                </a:rPr>
                                                <m:t>𝑡</m:t>
                                              </m:r>
                                              <m:r>
                                                <a:rPr lang="en-US" i="1">
                                                  <a:latin typeface="Cambria Math" panose="02040503050406030204" charset="0"/>
                                                </a:rPr>
                                                <m:t>,</m:t>
                                              </m:r>
                                              <m:r>
                                                <a:rPr lang="en-US" i="1">
                                                  <a:latin typeface="Cambria Math" panose="02040503050406030204" charset="0"/>
                                                </a:rPr>
                                                <m:t>𝑠</m:t>
                                              </m:r>
                                            </m:sup>
                                          </m:sSubSup>
                                        </m:e>
                                      </m:mr>
                                      <m:m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e>
                                          <m:sSubSup>
                                            <m:sSubSup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SupPr>
                                            <m:e>
                                              <m:r>
                                                <a:rPr kumimoji="0" lang="en-US" altLang="zh-CN"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sub>
                                              <m:r>
                                                <a:rPr lang="en-US" i="1">
                                                  <a:latin typeface="Cambria Math" panose="02040503050406030204" charset="0"/>
                                                </a:rPr>
                                                <m:t>2</m:t>
                                              </m:r>
                                              <m:r>
                                                <a:rPr lang="en-US" i="1">
                                                  <a:latin typeface="Cambria Math" panose="02040503050406030204" charset="0"/>
                                                </a:rPr>
                                                <m:t>𝑛</m:t>
                                              </m:r>
                                            </m:sub>
                                            <m:sup>
                                              <m:r>
                                                <a:rPr lang="en-US" i="1">
                                                  <a:latin typeface="Cambria Math" panose="02040503050406030204" charset="0"/>
                                                </a:rPr>
                                                <m:t>𝑡</m:t>
                                              </m:r>
                                              <m:r>
                                                <a:rPr lang="en-US" i="1">
                                                  <a:latin typeface="Cambria Math" panose="02040503050406030204" charset="0"/>
                                                </a:rPr>
                                                <m:t>,</m:t>
                                              </m:r>
                                              <m:r>
                                                <a:rPr lang="en-US" i="1">
                                                  <a:latin typeface="Cambria Math" panose="02040503050406030204" charset="0"/>
                                                </a:rPr>
                                                <m:t>𝑠</m:t>
                                              </m:r>
                                            </m:sup>
                                          </m:sSubSup>
                                        </m:e>
                                      </m:mr>
                                    </m:m>
                                  </m:e>
                                </m:mr>
                                <m:mr>
                                  <m:e>
                                    <m:m>
                                      <m:mPr>
                                        <m:mcs>
                                          <m:mc>
                                            <m:mcPr>
                                              <m:count m:val="2"/>
                                              <m:mcJc m:val="center"/>
                                            </m:mcPr>
                                          </m:mc>
                                        </m:mcs>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mPr>
                                      <m:m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mr>
                                      <m:mr>
                                        <m:e>
                                          <m:sSubSup>
                                            <m:sSubSup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SupPr>
                                            <m:e>
                                              <m:r>
                                                <a:rPr kumimoji="0" lang="en-US" altLang="zh-CN"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sub>
                                              <m:r>
                                                <a:rPr lang="en-US" i="1">
                                                  <a:latin typeface="Cambria Math" panose="02040503050406030204" charset="0"/>
                                                </a:rPr>
                                                <m:t>𝑛</m:t>
                                              </m:r>
                                              <m:r>
                                                <a:rPr lang="en-US" i="1">
                                                  <a:latin typeface="Cambria Math" panose="02040503050406030204" charset="0"/>
                                                </a:rPr>
                                                <m:t>1</m:t>
                                              </m:r>
                                            </m:sub>
                                            <m:sup>
                                              <m:r>
                                                <a:rPr lang="en-US" i="1">
                                                  <a:latin typeface="Cambria Math" panose="02040503050406030204" charset="0"/>
                                                </a:rPr>
                                                <m:t>𝑡</m:t>
                                              </m:r>
                                              <m:r>
                                                <a:rPr lang="en-US" i="1">
                                                  <a:latin typeface="Cambria Math" panose="02040503050406030204" charset="0"/>
                                                </a:rPr>
                                                <m:t>,</m:t>
                                              </m:r>
                                              <m:r>
                                                <a:rPr lang="en-US" i="1">
                                                  <a:latin typeface="Cambria Math" panose="02040503050406030204" charset="0"/>
                                                </a:rPr>
                                                <m:t>𝑠</m:t>
                                              </m:r>
                                            </m:sup>
                                          </m:sSubSup>
                                        </m:e>
                                        <m:e>
                                          <m:sSubSup>
                                            <m:sSubSup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SupPr>
                                            <m:e>
                                              <m:r>
                                                <a:rPr kumimoji="0" lang="en-US" altLang="zh-CN"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sub>
                                              <m:r>
                                                <a:rPr lang="en-US" i="1">
                                                  <a:latin typeface="Cambria Math" panose="02040503050406030204" charset="0"/>
                                                </a:rPr>
                                                <m:t>𝑛</m:t>
                                              </m:r>
                                              <m:r>
                                                <a:rPr lang="en-US" i="1">
                                                  <a:latin typeface="Cambria Math" panose="02040503050406030204" charset="0"/>
                                                </a:rPr>
                                                <m:t>2</m:t>
                                              </m:r>
                                            </m:sub>
                                            <m:sup>
                                              <m:r>
                                                <a:rPr lang="en-US" i="1">
                                                  <a:latin typeface="Cambria Math" panose="02040503050406030204" charset="0"/>
                                                </a:rPr>
                                                <m:t>𝑡</m:t>
                                              </m:r>
                                              <m:r>
                                                <a:rPr lang="en-US" i="1">
                                                  <a:latin typeface="Cambria Math" panose="02040503050406030204" charset="0"/>
                                                </a:rPr>
                                                <m:t>,</m:t>
                                              </m:r>
                                              <m:r>
                                                <a:rPr lang="en-US" i="1">
                                                  <a:latin typeface="Cambria Math" panose="02040503050406030204" charset="0"/>
                                                </a:rPr>
                                                <m:t>𝑠</m:t>
                                              </m:r>
                                            </m:sup>
                                          </m:sSubSup>
                                        </m:e>
                                      </m:mr>
                                    </m:m>
                                  </m:e>
                                  <m:e>
                                    <m:m>
                                      <m:mPr>
                                        <m:mcs>
                                          <m:mc>
                                            <m:mcPr>
                                              <m:count m:val="2"/>
                                              <m:mcJc m:val="center"/>
                                            </m:mcPr>
                                          </m:mc>
                                        </m:mcs>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mPr>
                                      <m:m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mr>
                                      <m:m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e>
                                          <m:sSubSup>
                                            <m:sSubSup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SupPr>
                                            <m:e>
                                              <m:r>
                                                <a:rPr kumimoji="0" lang="en-US" altLang="zh-CN"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sub>
                                              <m:r>
                                                <a:rPr lang="en-US" i="1">
                                                  <a:latin typeface="Cambria Math" panose="02040503050406030204" charset="0"/>
                                                </a:rPr>
                                                <m:t>𝑛𝑛</m:t>
                                              </m:r>
                                            </m:sub>
                                            <m:sup>
                                              <m:r>
                                                <a:rPr lang="en-US" i="1">
                                                  <a:latin typeface="Cambria Math" panose="02040503050406030204" charset="0"/>
                                                </a:rPr>
                                                <m:t>𝑡</m:t>
                                              </m:r>
                                              <m:r>
                                                <a:rPr lang="en-US" i="1">
                                                  <a:latin typeface="Cambria Math" panose="02040503050406030204" charset="0"/>
                                                </a:rPr>
                                                <m:t>,</m:t>
                                              </m:r>
                                              <m:r>
                                                <a:rPr lang="en-US" i="1">
                                                  <a:latin typeface="Cambria Math" panose="02040503050406030204" charset="0"/>
                                                </a:rPr>
                                                <m:t>𝑠</m:t>
                                              </m:r>
                                            </m:sup>
                                          </m:sSubSup>
                                        </m:e>
                                      </m:mr>
                                    </m:m>
                                  </m:e>
                                </m:mr>
                              </m:m>
                            </m:e>
                          </m:d>
                        </m:oMath>
                      </m:oMathPara>
                    </a14:m>
                    <a:endParaRPr kumimoji="0" lang="en-US" altLang="zh-CN" b="0" i="0" u="none" strike="noStrike" kern="1200" cap="none" spc="0" normalizeH="0" baseline="0" noProof="0" dirty="0">
                      <a:ln>
                        <a:noFill/>
                      </a:ln>
                      <a:solidFill>
                        <a:schemeClr val="lt1">
                          <a:alpha val="70000"/>
                        </a:schemeClr>
                      </a:solidFill>
                      <a:effectLst/>
                      <a:uLnTx/>
                      <a:uFillTx/>
                      <a:cs typeface="+mn-ea"/>
                      <a:sym typeface="+mn-lt"/>
                    </a:endParaRPr>
                  </a:p>
                </p:txBody>
              </p:sp>
            </mc:Choice>
            <mc:Fallback xmlns="">
              <p:sp>
                <p:nvSpPr>
                  <p:cNvPr id="25" name="iṣḻîdê"/>
                  <p:cNvSpPr>
                    <a:spLocks noRot="1" noChangeAspect="1" noMove="1" noResize="1" noEditPoints="1" noAdjustHandles="1" noChangeArrowheads="1" noChangeShapeType="1" noTextEdit="1"/>
                  </p:cNvSpPr>
                  <p:nvPr>
                    <p:custDataLst>
                      <p:tags r:id="rId16"/>
                    </p:custDataLst>
                  </p:nvPr>
                </p:nvSpPr>
                <p:spPr>
                  <a:xfrm>
                    <a:off x="-5523551" y="4205389"/>
                    <a:ext cx="5071641" cy="2417694"/>
                  </a:xfrm>
                  <a:prstGeom prst="rect">
                    <a:avLst/>
                  </a:prstGeom>
                  <a:blipFill rotWithShape="1">
                    <a:blip r:embed="rId17"/>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grpSp>
        <p:grpSp>
          <p:nvGrpSpPr>
            <p:cNvPr id="12" name="ïślíḓé"/>
            <p:cNvGrpSpPr/>
            <p:nvPr/>
          </p:nvGrpSpPr>
          <p:grpSpPr>
            <a:xfrm>
              <a:off x="6422871" y="3075957"/>
              <a:ext cx="5302776" cy="3644709"/>
              <a:chOff x="-1909204" y="3075957"/>
              <a:chExt cx="5302776" cy="3644709"/>
            </a:xfrm>
          </p:grpSpPr>
          <p:sp>
            <p:nvSpPr>
              <p:cNvPr id="14" name="îśḻïdè"/>
              <p:cNvSpPr/>
              <p:nvPr>
                <p:custDataLst>
                  <p:tags r:id="rId3"/>
                </p:custDataLst>
              </p:nvPr>
            </p:nvSpPr>
            <p:spPr>
              <a:xfrm>
                <a:off x="-1652869" y="3075957"/>
                <a:ext cx="2259696" cy="5232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zh-CN" altLang="en-US" sz="2000" b="1">
                    <a:solidFill>
                      <a:schemeClr val="tx1"/>
                    </a:solidFill>
                    <a:cs typeface="+mn-ea"/>
                    <a:sym typeface="+mn-lt"/>
                  </a:rPr>
                  <a:t>候选时空关系矩阵</a:t>
                </a:r>
              </a:p>
            </p:txBody>
          </p:sp>
          <mc:AlternateContent xmlns:mc="http://schemas.openxmlformats.org/markup-compatibility/2006" xmlns:a14="http://schemas.microsoft.com/office/drawing/2010/main">
            <mc:Choice Requires="a14">
              <p:sp>
                <p:nvSpPr>
                  <p:cNvPr id="15" name="íşlïḍê"/>
                  <p:cNvSpPr/>
                  <p:nvPr>
                    <p:custDataLst>
                      <p:tags r:id="rId4"/>
                    </p:custDataLst>
                  </p:nvPr>
                </p:nvSpPr>
                <p:spPr>
                  <a:xfrm>
                    <a:off x="-1909204" y="3743942"/>
                    <a:ext cx="5302776" cy="29767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50000"/>
                      </a:lnSpc>
                      <a:spcBef>
                        <a:spcPts val="0"/>
                      </a:spcBef>
                      <a:spcAft>
                        <a:spcPts val="0"/>
                      </a:spcAft>
                      <a:buClrTx/>
                      <a:buSzTx/>
                      <a:buFontTx/>
                      <a:buNone/>
                      <a:defRPr/>
                    </a:pPr>
                    <a14:m>
                      <m:oMath xmlns:m="http://schemas.openxmlformats.org/officeDocument/2006/math">
                        <m:sSubSup>
                          <m:sSubSup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Sup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𝑁</m:t>
                            </m:r>
                          </m:e>
                          <m: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𝑖𝑗</m:t>
                            </m:r>
                          </m:sub>
                          <m:sup>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𝑡</m:t>
                            </m:r>
                          </m:sup>
                        </m:sSubSup>
                        <m:r>
                          <a:rPr lang="en-US" altLang="zh-CN" noProof="0">
                            <a:ln>
                              <a:noFill/>
                            </a:ln>
                            <a:solidFill>
                              <a:schemeClr val="lt1">
                                <a:alpha val="70000"/>
                              </a:schemeClr>
                            </a:solidFill>
                            <a:effectLst/>
                            <a:uLnTx/>
                            <a:uFillTx/>
                            <a:latin typeface="Cambria Math" panose="02040503050406030204" charset="0"/>
                            <a:cs typeface="+mn-ea"/>
                            <a:sym typeface="+mn-lt"/>
                          </a:rPr>
                          <m:t>=|</m:t>
                        </m:r>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𝑡</m:t>
                            </m:r>
                          </m:e>
                          <m: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𝑚</m:t>
                            </m:r>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+1</m:t>
                            </m:r>
                          </m:sub>
                        </m:sSub>
                        <m:r>
                          <a:rPr lang="en-US" i="1">
                            <a:latin typeface="Cambria Math" panose="02040503050406030204" charset="0"/>
                          </a:rPr>
                          <m:t>−</m:t>
                        </m:r>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𝑡</m:t>
                            </m:r>
                          </m:e>
                          <m:sub>
                            <m:r>
                              <a:rPr lang="en-US" i="1">
                                <a:latin typeface="Cambria Math" panose="02040503050406030204" charset="0"/>
                              </a:rPr>
                              <m:t>𝑗</m:t>
                            </m:r>
                          </m:sub>
                        </m:sSub>
                        <m:r>
                          <a:rPr lang="en-US" altLang="zh-CN" noProof="0">
                            <a:ln>
                              <a:noFill/>
                            </a:ln>
                            <a:solidFill>
                              <a:schemeClr val="lt1">
                                <a:alpha val="70000"/>
                              </a:schemeClr>
                            </a:solidFill>
                            <a:effectLst/>
                            <a:uLnTx/>
                            <a:uFillTx/>
                            <a:latin typeface="Cambria Math" panose="02040503050406030204" charset="0"/>
                            <a:cs typeface="+mn-ea"/>
                            <a:sym typeface="+mn-lt"/>
                          </a:rPr>
                          <m:t>|</m:t>
                        </m:r>
                      </m:oMath>
                    </a14:m>
                    <a:r>
                      <a:rPr kumimoji="0" lang="en-US" altLang="zh-CN" b="0" i="0" u="none" strike="noStrike" kern="1200" cap="none" spc="0" normalizeH="0" baseline="0" noProof="0" dirty="0">
                        <a:ln>
                          <a:noFill/>
                        </a:ln>
                        <a:solidFill>
                          <a:schemeClr val="lt1">
                            <a:alpha val="70000"/>
                          </a:schemeClr>
                        </a:solidFill>
                        <a:effectLst/>
                        <a:uLnTx/>
                        <a:uFillTx/>
                        <a:cs typeface="+mn-ea"/>
                        <a:sym typeface="+mn-lt"/>
                      </a:rPr>
                      <a:t>,  </a:t>
                    </a:r>
                    <a14:m>
                      <m:oMath xmlns:m="http://schemas.openxmlformats.org/officeDocument/2006/math">
                        <m:sSubSup>
                          <m:sSubSup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Sup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𝑁</m:t>
                            </m:r>
                          </m:e>
                          <m: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𝑖𝑗</m:t>
                            </m:r>
                          </m:sub>
                          <m:sup>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𝑠</m:t>
                            </m:r>
                          </m:sup>
                        </m:sSubSup>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𝐻𝑎𝑣𝑒𝑟𝑠𝑖𝑛𝑒</m:t>
                        </m:r>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𝐺𝑃𝑆</m:t>
                            </m:r>
                          </m:e>
                          <m:sub>
                            <m:r>
                              <a:rPr lang="en-US" i="1">
                                <a:latin typeface="Cambria Math" panose="02040503050406030204" charset="0"/>
                              </a:rPr>
                              <m:t>𝑖</m:t>
                            </m:r>
                          </m:sub>
                        </m:s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sSub>
                          <m:sSub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𝐺𝑃𝑆</m:t>
                            </m:r>
                          </m:e>
                          <m:sub>
                            <m:r>
                              <a:rPr lang="en-US" i="1">
                                <a:latin typeface="Cambria Math" panose="02040503050406030204" charset="0"/>
                              </a:rPr>
                              <m:t>𝑗</m:t>
                            </m:r>
                          </m:sub>
                        </m:sSub>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oMath>
                    </a14:m>
                    <a:endParaRPr kumimoji="0" lang="en-US" altLang="zh-CN" b="0" i="1" u="none" strike="noStrike" kern="1200" cap="none" spc="0" normalizeH="0" baseline="0" noProof="0" dirty="0">
                      <a:ln>
                        <a:noFill/>
                      </a:ln>
                      <a:solidFill>
                        <a:schemeClr val="lt1">
                          <a:alpha val="70000"/>
                        </a:schemeClr>
                      </a:solidFill>
                      <a:effectLst/>
                      <a:uLnTx/>
                      <a:uFillTx/>
                      <a:latin typeface="Cambria Math" panose="02040503050406030204" charset="0"/>
                      <a:cs typeface="Cambria Math" panose="02040503050406030204" charset="0"/>
                      <a:sym typeface="+mn-lt"/>
                    </a:endParaRPr>
                  </a:p>
                  <a:p>
                    <a:pPr marL="0" marR="0" lvl="0" indent="0" algn="ctr" defTabSz="914400" rtl="0" eaLnBrk="1" fontAlgn="auto" latinLnBrk="0" hangingPunct="1">
                      <a:lnSpc>
                        <a:spcPct val="15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sSup>
                            <m:sSup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p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𝑁</m:t>
                              </m:r>
                            </m:e>
                            <m:sup>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𝑡</m:t>
                              </m:r>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𝑠</m:t>
                              </m:r>
                            </m:sup>
                          </m:sSup>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d>
                            <m:dPr>
                              <m:begChr m:val="["/>
                              <m:endChr m:val="]"/>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dPr>
                            <m:e>
                              <m:m>
                                <m:mPr>
                                  <m:mcs>
                                    <m:mc>
                                      <m:mcPr>
                                        <m:count m:val="2"/>
                                        <m:mcJc m:val="center"/>
                                      </m:mcPr>
                                    </m:mc>
                                  </m:mcs>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mPr>
                                <m:mr>
                                  <m:e>
                                    <m:m>
                                      <m:mPr>
                                        <m:mcs>
                                          <m:mc>
                                            <m:mcPr>
                                              <m:count m:val="2"/>
                                              <m:mcJc m:val="center"/>
                                            </m:mcPr>
                                          </m:mc>
                                        </m:mcs>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mPr>
                                      <m:mr>
                                        <m:e>
                                          <m:sSubSup>
                                            <m:sSubSup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SupP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𝑁</m:t>
                                              </m:r>
                                            </m:e>
                                            <m:sub>
                                              <m:r>
                                                <a:rPr kumimoji="0" lang="en-US" altLang="zh-CN"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11</m:t>
                                              </m:r>
                                            </m:sub>
                                            <m:sup>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𝑡</m:t>
                                              </m:r>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𝑠</m:t>
                                              </m:r>
                                            </m:sup>
                                          </m:sSubSup>
                                        </m:e>
                                        <m:e>
                                          <m:sSubSup>
                                            <m:sSubSup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SupPr>
                                            <m:e>
                                              <m:r>
                                                <a:rPr kumimoji="0" lang="en-US" altLang="zh-CN"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𝑁</m:t>
                                              </m:r>
                                            </m:e>
                                            <m:sub>
                                              <m:r>
                                                <a:rPr kumimoji="0" lang="en-US" altLang="zh-CN"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12</m:t>
                                              </m:r>
                                            </m:sub>
                                            <m:sup>
                                              <m:r>
                                                <a:rPr lang="en-US" i="1">
                                                  <a:latin typeface="Cambria Math" panose="02040503050406030204" charset="0"/>
                                                </a:rPr>
                                                <m:t>𝑡</m:t>
                                              </m:r>
                                              <m:r>
                                                <a:rPr lang="en-US" i="1">
                                                  <a:latin typeface="Cambria Math" panose="02040503050406030204" charset="0"/>
                                                </a:rPr>
                                                <m:t>,</m:t>
                                              </m:r>
                                              <m:r>
                                                <a:rPr lang="en-US" i="1">
                                                  <a:latin typeface="Cambria Math" panose="02040503050406030204" charset="0"/>
                                                </a:rPr>
                                                <m:t>𝑠</m:t>
                                              </m:r>
                                            </m:sup>
                                          </m:sSubSup>
                                        </m:e>
                                      </m:mr>
                                      <m:mr>
                                        <m:e>
                                          <m:sSubSup>
                                            <m:sSubSup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SupPr>
                                            <m:e>
                                              <m:r>
                                                <a:rPr kumimoji="0" lang="en-US" altLang="zh-CN"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𝑁</m:t>
                                              </m:r>
                                            </m:e>
                                            <m:sub>
                                              <m:r>
                                                <a:rPr lang="en-US" i="1">
                                                  <a:latin typeface="Cambria Math" panose="02040503050406030204" charset="0"/>
                                                </a:rPr>
                                                <m:t>21</m:t>
                                              </m:r>
                                            </m:sub>
                                            <m:sup>
                                              <m:r>
                                                <a:rPr lang="en-US" i="1">
                                                  <a:latin typeface="Cambria Math" panose="02040503050406030204" charset="0"/>
                                                </a:rPr>
                                                <m:t>𝑡</m:t>
                                              </m:r>
                                              <m:r>
                                                <a:rPr lang="en-US" i="1">
                                                  <a:latin typeface="Cambria Math" panose="02040503050406030204" charset="0"/>
                                                </a:rPr>
                                                <m:t>,</m:t>
                                              </m:r>
                                              <m:r>
                                                <a:rPr lang="en-US" i="1">
                                                  <a:latin typeface="Cambria Math" panose="02040503050406030204" charset="0"/>
                                                </a:rPr>
                                                <m:t>𝑠</m:t>
                                              </m:r>
                                            </m:sup>
                                          </m:sSubSup>
                                        </m:e>
                                        <m:e>
                                          <m:sSubSup>
                                            <m:sSubSup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SupPr>
                                            <m:e>
                                              <m:r>
                                                <a:rPr kumimoji="0" lang="en-US" altLang="zh-CN"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𝑁</m:t>
                                              </m:r>
                                            </m:e>
                                            <m:sub>
                                              <m:r>
                                                <a:rPr lang="en-US" i="1">
                                                  <a:latin typeface="Cambria Math" panose="02040503050406030204" charset="0"/>
                                                </a:rPr>
                                                <m:t>22</m:t>
                                              </m:r>
                                            </m:sub>
                                            <m:sup>
                                              <m:r>
                                                <a:rPr lang="en-US" i="1">
                                                  <a:latin typeface="Cambria Math" panose="02040503050406030204" charset="0"/>
                                                </a:rPr>
                                                <m:t>𝑡</m:t>
                                              </m:r>
                                              <m:r>
                                                <a:rPr lang="en-US" i="1">
                                                  <a:latin typeface="Cambria Math" panose="02040503050406030204" charset="0"/>
                                                </a:rPr>
                                                <m:t>,</m:t>
                                              </m:r>
                                              <m:r>
                                                <a:rPr lang="en-US" i="1">
                                                  <a:latin typeface="Cambria Math" panose="02040503050406030204" charset="0"/>
                                                </a:rPr>
                                                <m:t>𝑠</m:t>
                                              </m:r>
                                            </m:sup>
                                          </m:sSubSup>
                                        </m:e>
                                      </m:mr>
                                    </m:m>
                                  </m:e>
                                  <m:e>
                                    <m:m>
                                      <m:mPr>
                                        <m:mcs>
                                          <m:mc>
                                            <m:mcPr>
                                              <m:count m:val="2"/>
                                              <m:mcJc m:val="center"/>
                                            </m:mcPr>
                                          </m:mc>
                                        </m:mcs>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mPr>
                                      <m:m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e>
                                          <m:sSubSup>
                                            <m:sSubSup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SupPr>
                                            <m:e>
                                              <m:r>
                                                <a:rPr kumimoji="0" lang="en-US" altLang="zh-CN"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𝑁</m:t>
                                              </m:r>
                                            </m:e>
                                            <m:sub>
                                              <m:r>
                                                <a:rPr lang="en-US" i="1">
                                                  <a:latin typeface="Cambria Math" panose="02040503050406030204" charset="0"/>
                                                </a:rPr>
                                                <m:t>1</m:t>
                                              </m:r>
                                              <m:r>
                                                <a:rPr lang="en-US" i="1">
                                                  <a:latin typeface="Cambria Math" panose="02040503050406030204" charset="0"/>
                                                </a:rPr>
                                                <m:t>𝑛</m:t>
                                              </m:r>
                                            </m:sub>
                                            <m:sup>
                                              <m:r>
                                                <a:rPr lang="en-US" i="1">
                                                  <a:latin typeface="Cambria Math" panose="02040503050406030204" charset="0"/>
                                                </a:rPr>
                                                <m:t>𝑡</m:t>
                                              </m:r>
                                              <m:r>
                                                <a:rPr lang="en-US" i="1">
                                                  <a:latin typeface="Cambria Math" panose="02040503050406030204" charset="0"/>
                                                </a:rPr>
                                                <m:t>,</m:t>
                                              </m:r>
                                              <m:r>
                                                <a:rPr lang="en-US" i="1">
                                                  <a:latin typeface="Cambria Math" panose="02040503050406030204" charset="0"/>
                                                </a:rPr>
                                                <m:t>𝑠</m:t>
                                              </m:r>
                                            </m:sup>
                                          </m:sSubSup>
                                        </m:e>
                                      </m:mr>
                                      <m:m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e>
                                          <m:sSubSup>
                                            <m:sSubSup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SupPr>
                                            <m:e>
                                              <m:r>
                                                <a:rPr kumimoji="0" lang="en-US" altLang="zh-CN"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𝑁</m:t>
                                              </m:r>
                                            </m:e>
                                            <m:sub>
                                              <m:r>
                                                <a:rPr lang="en-US" i="1">
                                                  <a:latin typeface="Cambria Math" panose="02040503050406030204" charset="0"/>
                                                </a:rPr>
                                                <m:t>2</m:t>
                                              </m:r>
                                              <m:r>
                                                <a:rPr lang="en-US" i="1">
                                                  <a:latin typeface="Cambria Math" panose="02040503050406030204" charset="0"/>
                                                </a:rPr>
                                                <m:t>𝑛</m:t>
                                              </m:r>
                                            </m:sub>
                                            <m:sup>
                                              <m:r>
                                                <a:rPr lang="en-US" i="1">
                                                  <a:latin typeface="Cambria Math" panose="02040503050406030204" charset="0"/>
                                                </a:rPr>
                                                <m:t>𝑡</m:t>
                                              </m:r>
                                              <m:r>
                                                <a:rPr lang="en-US" i="1">
                                                  <a:latin typeface="Cambria Math" panose="02040503050406030204" charset="0"/>
                                                </a:rPr>
                                                <m:t>,</m:t>
                                              </m:r>
                                              <m:r>
                                                <a:rPr lang="en-US" i="1">
                                                  <a:latin typeface="Cambria Math" panose="02040503050406030204" charset="0"/>
                                                </a:rPr>
                                                <m:t>𝑠</m:t>
                                              </m:r>
                                            </m:sup>
                                          </m:sSubSup>
                                        </m:e>
                                      </m:mr>
                                    </m:m>
                                  </m:e>
                                </m:mr>
                                <m:mr>
                                  <m:e>
                                    <m:m>
                                      <m:mPr>
                                        <m:mcs>
                                          <m:mc>
                                            <m:mcPr>
                                              <m:count m:val="2"/>
                                              <m:mcJc m:val="center"/>
                                            </m:mcPr>
                                          </m:mc>
                                        </m:mcs>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mPr>
                                      <m:m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mr>
                                      <m:mr>
                                        <m:e>
                                          <m:sSubSup>
                                            <m:sSubSup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SupPr>
                                            <m:e>
                                              <m:r>
                                                <a:rPr kumimoji="0" lang="en-US" altLang="zh-CN"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𝑁</m:t>
                                              </m:r>
                                            </m:e>
                                            <m:sub>
                                              <m:r>
                                                <a:rPr lang="en-US" i="1">
                                                  <a:latin typeface="Cambria Math" panose="02040503050406030204" charset="0"/>
                                                </a:rPr>
                                                <m:t>𝐿</m:t>
                                              </m:r>
                                              <m:r>
                                                <a:rPr lang="en-US" i="1">
                                                  <a:latin typeface="Cambria Math" panose="02040503050406030204" charset="0"/>
                                                </a:rPr>
                                                <m:t>1</m:t>
                                              </m:r>
                                            </m:sub>
                                            <m:sup>
                                              <m:r>
                                                <a:rPr lang="en-US" i="1">
                                                  <a:latin typeface="Cambria Math" panose="02040503050406030204" charset="0"/>
                                                </a:rPr>
                                                <m:t>𝑡</m:t>
                                              </m:r>
                                              <m:r>
                                                <a:rPr lang="en-US" i="1">
                                                  <a:latin typeface="Cambria Math" panose="02040503050406030204" charset="0"/>
                                                </a:rPr>
                                                <m:t>,</m:t>
                                              </m:r>
                                              <m:r>
                                                <a:rPr lang="en-US" i="1">
                                                  <a:latin typeface="Cambria Math" panose="02040503050406030204" charset="0"/>
                                                </a:rPr>
                                                <m:t>𝑠</m:t>
                                              </m:r>
                                            </m:sup>
                                          </m:sSubSup>
                                        </m:e>
                                        <m:e>
                                          <m:sSubSup>
                                            <m:sSubSup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SupPr>
                                            <m:e>
                                              <m:r>
                                                <a:rPr kumimoji="0" lang="en-US" altLang="zh-CN"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𝑁</m:t>
                                              </m:r>
                                            </m:e>
                                            <m:sub>
                                              <m:r>
                                                <a:rPr lang="en-US" i="1">
                                                  <a:latin typeface="Cambria Math" panose="02040503050406030204" charset="0"/>
                                                </a:rPr>
                                                <m:t>𝐿</m:t>
                                              </m:r>
                                              <m:r>
                                                <a:rPr lang="en-US" i="1">
                                                  <a:latin typeface="Cambria Math" panose="02040503050406030204" charset="0"/>
                                                </a:rPr>
                                                <m:t>2</m:t>
                                              </m:r>
                                            </m:sub>
                                            <m:sup>
                                              <m:r>
                                                <a:rPr lang="en-US" i="1">
                                                  <a:latin typeface="Cambria Math" panose="02040503050406030204" charset="0"/>
                                                </a:rPr>
                                                <m:t>𝑡</m:t>
                                              </m:r>
                                              <m:r>
                                                <a:rPr lang="en-US" i="1">
                                                  <a:latin typeface="Cambria Math" panose="02040503050406030204" charset="0"/>
                                                </a:rPr>
                                                <m:t>,</m:t>
                                              </m:r>
                                              <m:r>
                                                <a:rPr lang="en-US" i="1">
                                                  <a:latin typeface="Cambria Math" panose="02040503050406030204" charset="0"/>
                                                </a:rPr>
                                                <m:t>𝑠</m:t>
                                              </m:r>
                                            </m:sup>
                                          </m:sSubSup>
                                        </m:e>
                                      </m:mr>
                                    </m:m>
                                  </m:e>
                                  <m:e>
                                    <m:m>
                                      <m:mPr>
                                        <m:mcs>
                                          <m:mc>
                                            <m:mcPr>
                                              <m:count m:val="2"/>
                                              <m:mcJc m:val="center"/>
                                            </m:mcPr>
                                          </m:mc>
                                        </m:mcs>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mPr>
                                      <m:m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mr>
                                      <m:mr>
                                        <m:e>
                                          <m: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m:t>
                                          </m:r>
                                        </m:e>
                                        <m:e>
                                          <m:sSubSup>
                                            <m:sSubSupPr>
                                              <m:ctrlPr>
                                                <a:rPr kumimoji="0" lang="en-US" altLang="zh-CN" b="0" i="1" u="none" strike="noStrike" kern="1200" cap="none" spc="0" normalizeH="0" baseline="0" noProof="0">
                                                  <a:ln>
                                                    <a:noFill/>
                                                  </a:ln>
                                                  <a:solidFill>
                                                    <a:schemeClr val="lt1">
                                                      <a:alpha val="70000"/>
                                                    </a:schemeClr>
                                                  </a:solidFill>
                                                  <a:effectLst/>
                                                  <a:uLnTx/>
                                                  <a:uFillTx/>
                                                  <a:latin typeface="Cambria Math" panose="02040503050406030204" pitchFamily="18" charset="0"/>
                                                  <a:cs typeface="Cambria Math" panose="02040503050406030204" charset="0"/>
                                                  <a:sym typeface="+mn-lt"/>
                                                </a:rPr>
                                              </m:ctrlPr>
                                            </m:sSubSupPr>
                                            <m:e>
                                              <m:r>
                                                <a:rPr kumimoji="0" lang="en-US" altLang="zh-CN" i="1" u="none" strike="noStrike" kern="1200" cap="none" spc="0" normalizeH="0" baseline="0" noProof="0">
                                                  <a:ln>
                                                    <a:noFill/>
                                                  </a:ln>
                                                  <a:solidFill>
                                                    <a:schemeClr val="lt1">
                                                      <a:alpha val="70000"/>
                                                    </a:schemeClr>
                                                  </a:solidFill>
                                                  <a:effectLst/>
                                                  <a:uLnTx/>
                                                  <a:uFillTx/>
                                                  <a:latin typeface="Cambria Math" panose="02040503050406030204" charset="0"/>
                                                  <a:cs typeface="Cambria Math" panose="02040503050406030204" charset="0"/>
                                                  <a:sym typeface="+mn-lt"/>
                                                </a:rPr>
                                                <m:t>𝑁</m:t>
                                              </m:r>
                                            </m:e>
                                            <m:sub>
                                              <m:r>
                                                <a:rPr lang="en-US" i="1">
                                                  <a:latin typeface="Cambria Math" panose="02040503050406030204" charset="0"/>
                                                </a:rPr>
                                                <m:t>𝐿𝑛</m:t>
                                              </m:r>
                                            </m:sub>
                                            <m:sup>
                                              <m:r>
                                                <a:rPr lang="en-US" i="1">
                                                  <a:latin typeface="Cambria Math" panose="02040503050406030204" charset="0"/>
                                                </a:rPr>
                                                <m:t>𝑡</m:t>
                                              </m:r>
                                              <m:r>
                                                <a:rPr lang="en-US" i="1">
                                                  <a:latin typeface="Cambria Math" panose="02040503050406030204" charset="0"/>
                                                </a:rPr>
                                                <m:t>,</m:t>
                                              </m:r>
                                              <m:r>
                                                <a:rPr lang="en-US" i="1">
                                                  <a:latin typeface="Cambria Math" panose="02040503050406030204" charset="0"/>
                                                </a:rPr>
                                                <m:t>𝑠</m:t>
                                              </m:r>
                                            </m:sup>
                                          </m:sSubSup>
                                        </m:e>
                                      </m:mr>
                                    </m:m>
                                  </m:e>
                                </m:mr>
                              </m:m>
                            </m:e>
                          </m:d>
                        </m:oMath>
                      </m:oMathPara>
                    </a14:m>
                    <a:endParaRPr kumimoji="0" lang="en-US" altLang="zh-CN" b="0" i="0" u="none" strike="noStrike" kern="1200" cap="none" spc="0" normalizeH="0" baseline="0" noProof="0" dirty="0">
                      <a:ln>
                        <a:noFill/>
                      </a:ln>
                      <a:solidFill>
                        <a:schemeClr val="lt1">
                          <a:alpha val="70000"/>
                        </a:schemeClr>
                      </a:solidFill>
                      <a:effectLst/>
                      <a:uLnTx/>
                      <a:uFillTx/>
                      <a:cs typeface="+mn-ea"/>
                      <a:sym typeface="+mn-lt"/>
                    </a:endParaRPr>
                  </a:p>
                  <a:p>
                    <a:pPr marL="0" marR="0" lvl="0" indent="0" algn="ctr" defTabSz="914400" rtl="0" eaLnBrk="1" fontAlgn="auto" latinLnBrk="0" hangingPunct="1">
                      <a:lnSpc>
                        <a:spcPct val="150000"/>
                      </a:lnSpc>
                      <a:spcBef>
                        <a:spcPts val="0"/>
                      </a:spcBef>
                      <a:spcAft>
                        <a:spcPts val="0"/>
                      </a:spcAft>
                      <a:buClrTx/>
                      <a:buSzTx/>
                      <a:buFontTx/>
                      <a:buNone/>
                      <a:defRPr/>
                    </a:pPr>
                    <a:endParaRPr kumimoji="0" lang="en-US" altLang="zh-CN" b="0" i="0" u="none" strike="noStrike" kern="1200" cap="none" spc="0" normalizeH="0" baseline="0" noProof="0" dirty="0">
                      <a:ln>
                        <a:noFill/>
                      </a:ln>
                      <a:solidFill>
                        <a:schemeClr val="lt1">
                          <a:alpha val="70000"/>
                        </a:schemeClr>
                      </a:solidFill>
                      <a:effectLst/>
                      <a:uLnTx/>
                      <a:uFillTx/>
                      <a:cs typeface="+mn-ea"/>
                      <a:sym typeface="+mn-lt"/>
                    </a:endParaRPr>
                  </a:p>
                </p:txBody>
              </p:sp>
            </mc:Choice>
            <mc:Fallback xmlns="">
              <p:sp>
                <p:nvSpPr>
                  <p:cNvPr id="15" name="íşlïḍê"/>
                  <p:cNvSpPr>
                    <a:spLocks noRot="1" noChangeAspect="1" noMove="1" noResize="1" noEditPoints="1" noAdjustHandles="1" noChangeArrowheads="1" noChangeShapeType="1" noTextEdit="1"/>
                  </p:cNvSpPr>
                  <p:nvPr>
                    <p:custDataLst>
                      <p:tags r:id="rId18"/>
                    </p:custDataLst>
                  </p:nvPr>
                </p:nvSpPr>
                <p:spPr>
                  <a:xfrm>
                    <a:off x="-1909204" y="3743942"/>
                    <a:ext cx="5302776" cy="2976724"/>
                  </a:xfrm>
                  <a:prstGeom prst="rect">
                    <a:avLst/>
                  </a:prstGeom>
                  <a:blipFill rotWithShape="1">
                    <a:blip r:embed="rId19"/>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grpSp>
      </p:gr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ïs1ïḍê"/>
        <p:cNvGrpSpPr/>
        <p:nvPr/>
      </p:nvGrpSpPr>
      <p:grpSpPr>
        <a:xfrm>
          <a:off x="0" y="0"/>
          <a:ext cx="0" cy="0"/>
          <a:chOff x="0" y="0"/>
          <a:chExt cx="0" cy="0"/>
        </a:xfrm>
      </p:grpSpPr>
      <p:sp>
        <p:nvSpPr>
          <p:cNvPr id="4" name="íṧlîḍê"/>
          <p:cNvSpPr>
            <a:spLocks noGrp="1"/>
          </p:cNvSpPr>
          <p:nvPr>
            <p:ph type="title"/>
          </p:nvPr>
        </p:nvSpPr>
        <p:spPr>
          <a:xfrm>
            <a:off x="3282663" y="3131461"/>
            <a:ext cx="5731164" cy="700405"/>
          </a:xfrm>
        </p:spPr>
        <p:txBody>
          <a:bodyPr/>
          <a:lstStyle/>
          <a:p>
            <a:r>
              <a:rPr lang="zh-CN" altLang="en-US" b="1">
                <a:latin typeface="+mn-lt"/>
                <a:ea typeface="+mn-ea"/>
                <a:cs typeface="+mn-ea"/>
                <a:sym typeface="+mn-lt"/>
              </a:rPr>
              <a:t>模型设计</a:t>
            </a:r>
          </a:p>
        </p:txBody>
      </p:sp>
      <p:sp>
        <p:nvSpPr>
          <p:cNvPr id="5" name="ïśḷíḋè"/>
          <p:cNvSpPr>
            <a:spLocks noGrp="1"/>
          </p:cNvSpPr>
          <p:nvPr>
            <p:ph type="body" idx="1"/>
          </p:nvPr>
        </p:nvSpPr>
        <p:spPr>
          <a:xfrm>
            <a:off x="3282663" y="3831866"/>
            <a:ext cx="5731164" cy="257175"/>
          </a:xfrm>
        </p:spPr>
        <p:txBody>
          <a:bodyPr/>
          <a:lstStyle/>
          <a:p>
            <a:endParaRPr lang="zh-CN" altLang="en-US" dirty="0">
              <a:cs typeface="+mn-ea"/>
              <a:sym typeface="+mn-lt"/>
            </a:endParaRPr>
          </a:p>
        </p:txBody>
      </p:sp>
      <p:sp>
        <p:nvSpPr>
          <p:cNvPr id="2" name="isļidê"/>
          <p:cNvSpPr>
            <a:spLocks noGrp="1"/>
          </p:cNvSpPr>
          <p:nvPr>
            <p:ph type="sldNum" sz="quarter" idx="12"/>
          </p:nvPr>
        </p:nvSpPr>
        <p:spPr/>
        <p:txBody>
          <a:bodyPr/>
          <a:lstStyle/>
          <a:p>
            <a:fld id="{7F65B630-C7FF-41C0-9923-C5E5E29EED81}" type="slidenum">
              <a:rPr lang="zh-CN" altLang="en-US" smtClean="0">
                <a:cs typeface="+mn-ea"/>
                <a:sym typeface="+mn-lt"/>
              </a:rPr>
              <a:t>8</a:t>
            </a:fld>
            <a:endParaRPr lang="zh-CN" altLang="en-US">
              <a:cs typeface="+mn-ea"/>
              <a:sym typeface="+mn-lt"/>
            </a:endParaRPr>
          </a:p>
        </p:txBody>
      </p:sp>
      <p:sp>
        <p:nvSpPr>
          <p:cNvPr id="3" name="íŝ1ïḍê"/>
          <p:cNvSpPr txBox="1"/>
          <p:nvPr/>
        </p:nvSpPr>
        <p:spPr>
          <a:xfrm>
            <a:off x="5584629" y="2017523"/>
            <a:ext cx="1127232" cy="1006429"/>
          </a:xfrm>
          <a:prstGeom prst="rect">
            <a:avLst/>
          </a:prstGeom>
        </p:spPr>
        <p:txBody>
          <a:bodyPr vert="horz" wrap="none" lIns="91440" tIns="45720" rIns="91440" bIns="45720" rtlCol="0" anchor="b">
            <a:spAutoFit/>
          </a:bodyPr>
          <a:lstStyle>
            <a:lvl1pPr algn="l" defTabSz="914400" rtl="0" eaLnBrk="1" latinLnBrk="0" hangingPunct="1">
              <a:lnSpc>
                <a:spcPct val="90000"/>
              </a:lnSpc>
              <a:spcBef>
                <a:spcPct val="0"/>
              </a:spcBef>
              <a:buNone/>
              <a:defRPr lang="zh-CN" altLang="en-US" sz="2400" b="1" kern="1200">
                <a:solidFill>
                  <a:schemeClr val="tx1"/>
                </a:solidFill>
                <a:latin typeface="+mj-lt"/>
                <a:ea typeface="+mj-ea"/>
                <a:cs typeface="+mj-cs"/>
              </a:defRPr>
            </a:lvl1pPr>
          </a:lstStyle>
          <a:p>
            <a:r>
              <a:rPr lang="en-GB" altLang="zh-CN" sz="6600">
                <a:latin typeface="+mn-lt"/>
                <a:ea typeface="+mn-ea"/>
                <a:cs typeface="+mn-ea"/>
                <a:sym typeface="+mn-lt"/>
              </a:rPr>
              <a:t>02</a:t>
            </a:r>
            <a:endParaRPr lang="en-GB" sz="6600" dirty="0">
              <a:latin typeface="+mn-lt"/>
              <a:ea typeface="+mn-ea"/>
              <a:cs typeface="+mn-ea"/>
              <a:sym typeface="+mn-lt"/>
            </a:endParaRPr>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iṩľiḋe"/>
        <p:cNvGrpSpPr/>
        <p:nvPr/>
      </p:nvGrpSpPr>
      <p:grpSpPr>
        <a:xfrm>
          <a:off x="0" y="0"/>
          <a:ext cx="0" cy="0"/>
          <a:chOff x="0" y="0"/>
          <a:chExt cx="0" cy="0"/>
        </a:xfrm>
      </p:grpSpPr>
      <p:sp>
        <p:nvSpPr>
          <p:cNvPr id="2" name="íṡlïḋè"/>
          <p:cNvSpPr>
            <a:spLocks noGrp="1"/>
          </p:cNvSpPr>
          <p:nvPr>
            <p:ph type="title"/>
          </p:nvPr>
        </p:nvSpPr>
        <p:spPr/>
        <p:txBody>
          <a:bodyPr/>
          <a:lstStyle/>
          <a:p>
            <a:r>
              <a:rPr lang="zh-CN" altLang="en-US" dirty="0">
                <a:latin typeface="+mn-lt"/>
                <a:ea typeface="+mn-ea"/>
                <a:cs typeface="+mn-ea"/>
                <a:sym typeface="+mn-lt"/>
              </a:rPr>
              <a:t>模型设计</a:t>
            </a:r>
          </a:p>
        </p:txBody>
      </p:sp>
      <p:sp>
        <p:nvSpPr>
          <p:cNvPr id="3" name="iṥļiḋê"/>
          <p:cNvSpPr>
            <a:spLocks noGrp="1"/>
          </p:cNvSpPr>
          <p:nvPr>
            <p:ph type="sldNum" sz="quarter" idx="12"/>
          </p:nvPr>
        </p:nvSpPr>
        <p:spPr/>
        <p:txBody>
          <a:bodyPr/>
          <a:lstStyle/>
          <a:p>
            <a:fld id="{7F65B630-C7FF-41C0-9923-C5E5E29EED81}" type="slidenum">
              <a:rPr lang="zh-CN" altLang="en-US" smtClean="0">
                <a:cs typeface="+mn-ea"/>
                <a:sym typeface="+mn-lt"/>
              </a:rPr>
              <a:t>9</a:t>
            </a:fld>
            <a:endParaRPr lang="zh-CN" altLang="en-US">
              <a:cs typeface="+mn-ea"/>
              <a:sym typeface="+mn-lt"/>
            </a:endParaRPr>
          </a:p>
        </p:txBody>
      </p:sp>
      <p:pic>
        <p:nvPicPr>
          <p:cNvPr id="17" name="图片 16">
            <a:extLst>
              <a:ext uri="{FF2B5EF4-FFF2-40B4-BE49-F238E27FC236}">
                <a16:creationId xmlns:a16="http://schemas.microsoft.com/office/drawing/2014/main" id="{07DE8F7B-8EF3-6105-A084-A44EEF2CEDD1}"/>
              </a:ext>
            </a:extLst>
          </p:cNvPr>
          <p:cNvPicPr>
            <a:picLocks noChangeAspect="1"/>
          </p:cNvPicPr>
          <p:nvPr/>
        </p:nvPicPr>
        <p:blipFill>
          <a:blip r:embed="rId3">
            <a:extLst>
              <a:ext uri="{28A0092B-C50C-407E-A947-70E740481C1C}">
                <a14:useLocalDpi xmlns:a14="http://schemas.microsoft.com/office/drawing/2010/main" val="0"/>
              </a:ext>
            </a:extLst>
          </a:blip>
          <a:srcRect l="3144" t="15001" r="3323" b="15268"/>
          <a:stretch/>
        </p:blipFill>
        <p:spPr>
          <a:xfrm>
            <a:off x="963561" y="1244600"/>
            <a:ext cx="10264877" cy="4782165"/>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ïš1îḓe"/>
        <p:cNvGrpSpPr/>
        <p:nvPr/>
      </p:nvGrpSpPr>
      <p:grpSpPr>
        <a:xfrm>
          <a:off x="0" y="0"/>
          <a:ext cx="0" cy="0"/>
          <a:chOff x="0" y="0"/>
          <a:chExt cx="0" cy="0"/>
        </a:xfrm>
      </p:grpSpPr>
      <p:sp>
        <p:nvSpPr>
          <p:cNvPr id="2" name="íṡḻîḋe"/>
          <p:cNvSpPr>
            <a:spLocks noGrp="1"/>
          </p:cNvSpPr>
          <p:nvPr>
            <p:ph type="title"/>
          </p:nvPr>
        </p:nvSpPr>
        <p:spPr/>
        <p:txBody>
          <a:bodyPr/>
          <a:lstStyle/>
          <a:p>
            <a:r>
              <a:rPr lang="en-US" altLang="zh-CN" dirty="0">
                <a:latin typeface="+mn-lt"/>
                <a:ea typeface="+mn-ea"/>
                <a:cs typeface="+mn-ea"/>
                <a:sym typeface="+mn-lt"/>
              </a:rPr>
              <a:t>01 </a:t>
            </a:r>
            <a:r>
              <a:rPr lang="zh-CN" altLang="en-US" dirty="0">
                <a:latin typeface="+mn-lt"/>
                <a:ea typeface="+mn-ea"/>
                <a:cs typeface="+mn-ea"/>
                <a:sym typeface="+mn-lt"/>
              </a:rPr>
              <a:t>多模态嵌入模块</a:t>
            </a:r>
          </a:p>
        </p:txBody>
      </p:sp>
      <p:sp>
        <p:nvSpPr>
          <p:cNvPr id="3" name="ïṥļîḓê"/>
          <p:cNvSpPr>
            <a:spLocks noGrp="1"/>
          </p:cNvSpPr>
          <p:nvPr>
            <p:ph type="sldNum" sz="quarter" idx="12"/>
          </p:nvPr>
        </p:nvSpPr>
        <p:spPr/>
        <p:txBody>
          <a:bodyPr/>
          <a:lstStyle/>
          <a:p>
            <a:fld id="{7F65B630-C7FF-41C0-9923-C5E5E29EED81}" type="slidenum">
              <a:rPr lang="zh-CN" altLang="en-US" smtClean="0">
                <a:cs typeface="+mn-ea"/>
                <a:sym typeface="+mn-lt"/>
              </a:rPr>
              <a:t>10</a:t>
            </a:fld>
            <a:endParaRPr lang="zh-CN" altLang="en-US">
              <a:cs typeface="+mn-ea"/>
              <a:sym typeface="+mn-lt"/>
            </a:endParaRPr>
          </a:p>
        </p:txBody>
      </p:sp>
      <p:sp>
        <p:nvSpPr>
          <p:cNvPr id="4" name="ísļíďé"/>
          <p:cNvSpPr txBox="1"/>
          <p:nvPr/>
        </p:nvSpPr>
        <p:spPr>
          <a:xfrm>
            <a:off x="8857452" y="6438900"/>
            <a:ext cx="2661448" cy="215900"/>
          </a:xfrm>
          <a:prstGeom prst="rect">
            <a:avLst/>
          </a:prstGeom>
        </p:spPr>
        <p:txBody>
          <a:bodyPr vert="horz" lIns="91440" tIns="45720" rIns="91440" bIns="45720" rtlCol="0" anchor="ctr"/>
          <a:lstStyle>
            <a:defPPr>
              <a:defRPr lang="zh-CN"/>
            </a:defPPr>
            <a:lvl1pPr marL="0" algn="r" defTabSz="914400" rtl="0" eaLnBrk="1" latinLnBrk="0" hangingPunct="1">
              <a:defRPr lang="zh-CN" altLang="en-US" sz="1000" kern="1200" smtClean="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F65B630-C7FF-41C0-9923-C5E5E29EED81}" type="slidenum">
              <a:rPr lang="en-US" altLang="zh-CN" smtClean="0">
                <a:cs typeface="+mn-ea"/>
                <a:sym typeface="+mn-lt"/>
              </a:rPr>
              <a:t>10</a:t>
            </a:fld>
            <a:endParaRPr lang="zh-CN" altLang="en-US">
              <a:cs typeface="+mn-ea"/>
              <a:sym typeface="+mn-lt"/>
            </a:endParaRPr>
          </a:p>
        </p:txBody>
      </p:sp>
      <p:grpSp>
        <p:nvGrpSpPr>
          <p:cNvPr id="24" name="iṣ1iḋê"/>
          <p:cNvGrpSpPr/>
          <p:nvPr/>
        </p:nvGrpSpPr>
        <p:grpSpPr>
          <a:xfrm>
            <a:off x="548345" y="1861782"/>
            <a:ext cx="10970554" cy="3390360"/>
            <a:chOff x="548345" y="2251527"/>
            <a:chExt cx="10970554" cy="3390360"/>
          </a:xfrm>
        </p:grpSpPr>
        <p:grpSp>
          <p:nvGrpSpPr>
            <p:cNvPr id="6" name="îṩľíḑè"/>
            <p:cNvGrpSpPr/>
            <p:nvPr/>
          </p:nvGrpSpPr>
          <p:grpSpPr>
            <a:xfrm>
              <a:off x="3120523" y="2251527"/>
              <a:ext cx="5938254" cy="3366076"/>
              <a:chOff x="3103924" y="2311400"/>
              <a:chExt cx="5938254" cy="3366076"/>
            </a:xfrm>
          </p:grpSpPr>
          <p:grpSp>
            <p:nvGrpSpPr>
              <p:cNvPr id="7" name="ïsļïďê"/>
              <p:cNvGrpSpPr/>
              <p:nvPr/>
            </p:nvGrpSpPr>
            <p:grpSpPr>
              <a:xfrm>
                <a:off x="3103924" y="2311400"/>
                <a:ext cx="3366076" cy="3366076"/>
                <a:chOff x="2209800" y="1892300"/>
                <a:chExt cx="4253926" cy="4253926"/>
              </a:xfrm>
            </p:grpSpPr>
            <p:sp>
              <p:nvSpPr>
                <p:cNvPr id="11" name="íṥḻíḋè"/>
                <p:cNvSpPr/>
                <p:nvPr/>
              </p:nvSpPr>
              <p:spPr>
                <a:xfrm>
                  <a:off x="2209800" y="1892300"/>
                  <a:ext cx="4253926" cy="4253926"/>
                </a:xfrm>
                <a:prstGeom prst="ellipse">
                  <a:avLst/>
                </a:prstGeom>
                <a:noFill/>
                <a:ln>
                  <a:gradFill>
                    <a:gsLst>
                      <a:gs pos="0">
                        <a:schemeClr val="accent1">
                          <a:lumMod val="5000"/>
                          <a:lumOff val="95000"/>
                          <a:alpha val="0"/>
                        </a:schemeClr>
                      </a:gs>
                      <a:gs pos="100000">
                        <a:schemeClr val="accent1">
                          <a:alpha val="50000"/>
                        </a:schemeClr>
                      </a:gs>
                    </a:gsLst>
                    <a:lin ang="6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chemeClr val="bg1"/>
                      </a:solidFill>
                      <a:cs typeface="+mn-ea"/>
                      <a:sym typeface="+mn-lt"/>
                    </a:rPr>
                    <a:t>Text here</a:t>
                  </a:r>
                  <a:endParaRPr lang="zh-CN" altLang="en-US" b="1">
                    <a:solidFill>
                      <a:schemeClr val="bg1"/>
                    </a:solidFill>
                    <a:cs typeface="+mn-ea"/>
                    <a:sym typeface="+mn-lt"/>
                  </a:endParaRPr>
                </a:p>
              </p:txBody>
            </p:sp>
            <p:sp>
              <p:nvSpPr>
                <p:cNvPr id="12" name="íŝḻiḍe"/>
                <p:cNvSpPr/>
                <p:nvPr/>
              </p:nvSpPr>
              <p:spPr>
                <a:xfrm>
                  <a:off x="3137091" y="2868630"/>
                  <a:ext cx="2399345" cy="2414354"/>
                </a:xfrm>
                <a:prstGeom prst="ellipse">
                  <a:avLst/>
                </a:prstGeom>
                <a:gradFill>
                  <a:gsLst>
                    <a:gs pos="0">
                      <a:schemeClr val="accent1"/>
                    </a:gs>
                    <a:gs pos="50000">
                      <a:schemeClr val="accent2"/>
                    </a:gs>
                  </a:gsLst>
                  <a:lin ang="270000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r>
                    <a:rPr lang="en-US" altLang="zh-CN" sz="1600" b="1" dirty="0">
                      <a:solidFill>
                        <a:srgbClr val="FFFFFF"/>
                      </a:solidFill>
                      <a:cs typeface="+mn-ea"/>
                      <a:sym typeface="+mn-lt"/>
                    </a:rPr>
                    <a:t>User Trajectory Embedding Layer</a:t>
                  </a:r>
                  <a:endParaRPr lang="zh-CN" altLang="en-US" sz="1600" b="1" dirty="0">
                    <a:solidFill>
                      <a:srgbClr val="FFFFFF"/>
                    </a:solidFill>
                    <a:cs typeface="+mn-ea"/>
                    <a:sym typeface="+mn-lt"/>
                  </a:endParaRPr>
                </a:p>
              </p:txBody>
            </p:sp>
          </p:grpSp>
          <p:grpSp>
            <p:nvGrpSpPr>
              <p:cNvPr id="8" name="iṥḻîḑe"/>
              <p:cNvGrpSpPr/>
              <p:nvPr/>
            </p:nvGrpSpPr>
            <p:grpSpPr>
              <a:xfrm flipH="1">
                <a:off x="5676102" y="2311400"/>
                <a:ext cx="3366076" cy="3366076"/>
                <a:chOff x="2209800" y="1892300"/>
                <a:chExt cx="4253926" cy="4253926"/>
              </a:xfrm>
            </p:grpSpPr>
            <p:sp>
              <p:nvSpPr>
                <p:cNvPr id="9" name="ï$1iďê"/>
                <p:cNvSpPr/>
                <p:nvPr/>
              </p:nvSpPr>
              <p:spPr>
                <a:xfrm>
                  <a:off x="2209800" y="1892300"/>
                  <a:ext cx="4253926" cy="4253926"/>
                </a:xfrm>
                <a:prstGeom prst="ellipse">
                  <a:avLst/>
                </a:prstGeom>
                <a:noFill/>
                <a:ln>
                  <a:gradFill>
                    <a:gsLst>
                      <a:gs pos="0">
                        <a:schemeClr val="accent1">
                          <a:lumMod val="5000"/>
                          <a:lumOff val="95000"/>
                          <a:alpha val="0"/>
                        </a:schemeClr>
                      </a:gs>
                      <a:gs pos="100000">
                        <a:schemeClr val="accent1">
                          <a:alpha val="50000"/>
                        </a:schemeClr>
                      </a:gs>
                    </a:gsLst>
                    <a:lin ang="6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chemeClr val="bg1"/>
                      </a:solidFill>
                      <a:cs typeface="+mn-ea"/>
                      <a:sym typeface="+mn-lt"/>
                    </a:rPr>
                    <a:t>Text here</a:t>
                  </a:r>
                  <a:endParaRPr lang="zh-CN" altLang="en-US" b="1">
                    <a:solidFill>
                      <a:schemeClr val="bg1"/>
                    </a:solidFill>
                    <a:cs typeface="+mn-ea"/>
                    <a:sym typeface="+mn-lt"/>
                  </a:endParaRPr>
                </a:p>
              </p:txBody>
            </p:sp>
            <p:sp>
              <p:nvSpPr>
                <p:cNvPr id="10" name="ïṩ1iďé"/>
                <p:cNvSpPr/>
                <p:nvPr/>
              </p:nvSpPr>
              <p:spPr>
                <a:xfrm flipH="1">
                  <a:off x="3115005" y="2825571"/>
                  <a:ext cx="2365294" cy="2387384"/>
                </a:xfrm>
                <a:prstGeom prst="ellipse">
                  <a:avLst/>
                </a:prstGeom>
                <a:gradFill>
                  <a:gsLst>
                    <a:gs pos="0">
                      <a:schemeClr val="accent4"/>
                    </a:gs>
                    <a:gs pos="50000">
                      <a:schemeClr val="accent3"/>
                    </a:gs>
                  </a:gsLst>
                  <a:lin ang="270000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r>
                    <a:rPr lang="en-US" altLang="zh-CN" sz="1600" b="1" dirty="0">
                      <a:solidFill>
                        <a:srgbClr val="FFFFFF"/>
                      </a:solidFill>
                      <a:cs typeface="+mn-ea"/>
                      <a:sym typeface="+mn-lt"/>
                    </a:rPr>
                    <a:t>Spatio-Temporal Embedding Layer</a:t>
                  </a:r>
                  <a:endParaRPr lang="zh-CN" altLang="en-US" sz="1600" b="1" dirty="0">
                    <a:solidFill>
                      <a:srgbClr val="FFFFFF"/>
                    </a:solidFill>
                    <a:cs typeface="+mn-ea"/>
                    <a:sym typeface="+mn-lt"/>
                  </a:endParaRPr>
                </a:p>
              </p:txBody>
            </p:sp>
          </p:grpSp>
        </p:grpSp>
        <p:sp>
          <p:nvSpPr>
            <p:cNvPr id="13" name="íṣlîďè"/>
            <p:cNvSpPr/>
            <p:nvPr/>
          </p:nvSpPr>
          <p:spPr>
            <a:xfrm>
              <a:off x="5437847" y="3381174"/>
              <a:ext cx="1316306" cy="1196266"/>
            </a:xfrm>
            <a:prstGeom prst="ellipse">
              <a:avLst/>
            </a:prstGeom>
            <a:solidFill>
              <a:schemeClr val="tx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b="1" dirty="0">
                  <a:solidFill>
                    <a:schemeClr val="tx1"/>
                  </a:solidFill>
                  <a:cs typeface="+mn-ea"/>
                  <a:sym typeface="+mn-lt"/>
                </a:rPr>
                <a:t>Multimodal Embedding Module</a:t>
              </a:r>
              <a:endParaRPr lang="zh-CN" altLang="en-US" sz="1050" b="1" dirty="0">
                <a:solidFill>
                  <a:schemeClr val="tx1"/>
                </a:solidFill>
                <a:cs typeface="+mn-ea"/>
                <a:sym typeface="+mn-lt"/>
              </a:endParaRPr>
            </a:p>
          </p:txBody>
        </p:sp>
        <p:grpSp>
          <p:nvGrpSpPr>
            <p:cNvPr id="14" name="îšlîḓé"/>
            <p:cNvGrpSpPr/>
            <p:nvPr/>
          </p:nvGrpSpPr>
          <p:grpSpPr>
            <a:xfrm>
              <a:off x="9261698" y="2913258"/>
              <a:ext cx="2257201" cy="2728629"/>
              <a:chOff x="7290484" y="1359819"/>
              <a:chExt cx="3516523" cy="2772487"/>
            </a:xfrm>
          </p:grpSpPr>
          <p:sp>
            <p:nvSpPr>
              <p:cNvPr id="15" name="ïṥḻíḋê"/>
              <p:cNvSpPr/>
              <p:nvPr/>
            </p:nvSpPr>
            <p:spPr>
              <a:xfrm>
                <a:off x="7290488" y="2003691"/>
                <a:ext cx="3516519" cy="1003688"/>
              </a:xfrm>
              <a:prstGeom prst="roundRect">
                <a:avLst>
                  <a:gd name="adj" fmla="val 5931"/>
                </a:avLst>
              </a:prstGeom>
              <a:solidFill>
                <a:schemeClr val="tx2">
                  <a:alpha val="15000"/>
                </a:schemeClr>
              </a:solidFill>
              <a:ln w="6055" cap="flat">
                <a:noFill/>
                <a:prstDash val="solid"/>
                <a:miter/>
              </a:ln>
            </p:spPr>
            <p:txBody>
              <a:bodyPr wrap="square" lIns="91440" tIns="45720" rIns="91440" bIns="45720" rtlCol="0" anchor="ctr">
                <a:noAutofit/>
              </a:bodyPr>
              <a:lstStyle/>
              <a:p>
                <a:pPr marL="171450" indent="-171450">
                  <a:lnSpc>
                    <a:spcPct val="150000"/>
                  </a:lnSpc>
                  <a:buFont typeface="Arial" panose="020B0604020202020204" pitchFamily="34" charset="0"/>
                  <a:buChar char="•"/>
                </a:pPr>
                <a:r>
                  <a:rPr kumimoji="0" lang="zh-CN" altLang="en-US" sz="1200" b="0" i="0" u="none" strike="noStrike" kern="1200" cap="none" spc="0" normalizeH="0" baseline="0" noProof="0" dirty="0">
                    <a:ln>
                      <a:noFill/>
                    </a:ln>
                    <a:effectLst/>
                    <a:uLnTx/>
                    <a:uFillTx/>
                    <a:cs typeface="+mn-ea"/>
                    <a:sym typeface="+mn-lt"/>
                  </a:rPr>
                  <a:t>单元嵌入层分别用于空间和时间差异的密集表示，以小时和几百米为基本单元。</a:t>
                </a:r>
                <a:endParaRPr kumimoji="1" lang="en-US" altLang="zh-CN" sz="1200" dirty="0">
                  <a:solidFill>
                    <a:schemeClr val="tx1"/>
                  </a:solidFill>
                  <a:cs typeface="+mn-ea"/>
                  <a:sym typeface="+mn-lt"/>
                </a:endParaRPr>
              </a:p>
            </p:txBody>
          </p:sp>
          <p:sp>
            <p:nvSpPr>
              <p:cNvPr id="16" name="íśļíďé"/>
              <p:cNvSpPr/>
              <p:nvPr/>
            </p:nvSpPr>
            <p:spPr>
              <a:xfrm>
                <a:off x="7290486" y="1359819"/>
                <a:ext cx="3516519" cy="441728"/>
              </a:xfrm>
              <a:prstGeom prst="roundRect">
                <a:avLst>
                  <a:gd name="adj" fmla="val 15900"/>
                </a:avLst>
              </a:prstGeom>
              <a:gradFill>
                <a:gsLst>
                  <a:gs pos="0">
                    <a:schemeClr val="accent4"/>
                  </a:gs>
                  <a:gs pos="50000">
                    <a:schemeClr val="accent3"/>
                  </a:gs>
                </a:gsLst>
                <a:lin ang="270000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r>
                  <a:rPr lang="en-US" altLang="zh-CN" sz="2000" b="1" dirty="0">
                    <a:solidFill>
                      <a:srgbClr val="FFFFFF"/>
                    </a:solidFill>
                    <a:cs typeface="+mn-ea"/>
                    <a:sym typeface="+mn-lt"/>
                  </a:rPr>
                  <a:t>b.</a:t>
                </a:r>
                <a:r>
                  <a:rPr lang="zh-CN" altLang="en-US" sz="2000" b="1" dirty="0">
                    <a:solidFill>
                      <a:srgbClr val="FFFFFF"/>
                    </a:solidFill>
                    <a:cs typeface="+mn-ea"/>
                    <a:sym typeface="+mn-lt"/>
                  </a:rPr>
                  <a:t>时空嵌入层</a:t>
                </a:r>
                <a:endParaRPr lang="en-US" altLang="zh-CN" sz="2000" b="1" dirty="0">
                  <a:solidFill>
                    <a:srgbClr val="FFFFFF"/>
                  </a:solidFill>
                  <a:cs typeface="+mn-ea"/>
                  <a:sym typeface="+mn-lt"/>
                </a:endParaRPr>
              </a:p>
            </p:txBody>
          </p:sp>
          <p:sp>
            <p:nvSpPr>
              <p:cNvPr id="17" name="ï$ļiḑê"/>
              <p:cNvSpPr/>
              <p:nvPr/>
            </p:nvSpPr>
            <p:spPr>
              <a:xfrm>
                <a:off x="7290484" y="3163643"/>
                <a:ext cx="3516518" cy="968663"/>
              </a:xfrm>
              <a:prstGeom prst="roundRect">
                <a:avLst>
                  <a:gd name="adj" fmla="val 5931"/>
                </a:avLst>
              </a:prstGeom>
              <a:solidFill>
                <a:schemeClr val="tx2">
                  <a:alpha val="15000"/>
                </a:schemeClr>
              </a:solidFill>
              <a:ln w="6055" cap="flat">
                <a:noFill/>
                <a:prstDash val="solid"/>
                <a:miter/>
              </a:ln>
            </p:spPr>
            <p:txBody>
              <a:bodyPr wrap="square" lIns="91440" tIns="45720" rIns="91440" bIns="45720" rtlCol="0" anchor="ctr">
                <a:noAutofit/>
              </a:bodyPr>
              <a:lstStyle/>
              <a:p>
                <a:pPr marL="171450" indent="-171450">
                  <a:lnSpc>
                    <a:spcPct val="150000"/>
                  </a:lnSpc>
                  <a:buFont typeface="Arial" panose="020B0604020202020204" pitchFamily="34" charset="0"/>
                  <a:buChar char="•"/>
                </a:pPr>
                <a:r>
                  <a:rPr kumimoji="0" lang="zh-CN" altLang="en-US" sz="1200" b="0" i="0" u="none" strike="noStrike" kern="1200" cap="none" spc="0" normalizeH="0" baseline="0" noProof="0" dirty="0">
                    <a:ln>
                      <a:noFill/>
                    </a:ln>
                    <a:effectLst/>
                    <a:uLnTx/>
                    <a:uFillTx/>
                    <a:cs typeface="+mn-ea"/>
                    <a:sym typeface="+mn-lt"/>
                  </a:rPr>
                  <a:t>单元嵌入向量用基本单元反映连续的时空上下文，避免密集维数的稀疏编码。</a:t>
                </a:r>
                <a:endParaRPr kumimoji="1" lang="en-US" altLang="zh-CN" sz="1200" dirty="0">
                  <a:solidFill>
                    <a:schemeClr val="tx1"/>
                  </a:solidFill>
                  <a:cs typeface="+mn-ea"/>
                  <a:sym typeface="+mn-lt"/>
                </a:endParaRPr>
              </a:p>
            </p:txBody>
          </p:sp>
        </p:grpSp>
        <p:grpSp>
          <p:nvGrpSpPr>
            <p:cNvPr id="18" name="íṡḻiḓê"/>
            <p:cNvGrpSpPr/>
            <p:nvPr/>
          </p:nvGrpSpPr>
          <p:grpSpPr>
            <a:xfrm>
              <a:off x="548345" y="2913258"/>
              <a:ext cx="2460123" cy="2704345"/>
              <a:chOff x="7115914" y="1359819"/>
              <a:chExt cx="3832657" cy="2747813"/>
            </a:xfrm>
          </p:grpSpPr>
          <p:sp>
            <p:nvSpPr>
              <p:cNvPr id="19" name="ïṩļîďé"/>
              <p:cNvSpPr/>
              <p:nvPr/>
            </p:nvSpPr>
            <p:spPr>
              <a:xfrm>
                <a:off x="7290488" y="2003692"/>
                <a:ext cx="3516519" cy="812399"/>
              </a:xfrm>
              <a:prstGeom prst="roundRect">
                <a:avLst>
                  <a:gd name="adj" fmla="val 5931"/>
                </a:avLst>
              </a:prstGeom>
              <a:solidFill>
                <a:schemeClr val="tx2">
                  <a:alpha val="15000"/>
                </a:schemeClr>
              </a:solidFill>
              <a:ln w="6055" cap="flat">
                <a:noFill/>
                <a:prstDash val="solid"/>
                <a:miter/>
              </a:ln>
            </p:spPr>
            <p:txBody>
              <a:bodyPr wrap="square" lIns="91440" tIns="45720" rIns="91440" bIns="45720" rtlCol="0" anchor="ctr">
                <a:noAutofit/>
              </a:bodyPr>
              <a:lstStyle/>
              <a:p>
                <a:pPr marL="171450" indent="-171450">
                  <a:lnSpc>
                    <a:spcPct val="150000"/>
                  </a:lnSpc>
                  <a:buFont typeface="Arial" panose="020B0604020202020204" pitchFamily="34" charset="0"/>
                  <a:buChar char="•"/>
                </a:pPr>
                <a:r>
                  <a:rPr kumimoji="0" lang="zh-CN" altLang="en-US" sz="1200" b="0" i="0" u="none" strike="noStrike" kern="1200" cap="none" spc="0" normalizeH="0" baseline="0" noProof="0" dirty="0">
                    <a:ln>
                      <a:noFill/>
                    </a:ln>
                    <a:effectLst/>
                    <a:uLnTx/>
                    <a:uFillTx/>
                    <a:cs typeface="+mn-ea"/>
                    <a:sym typeface="+mn-lt"/>
                  </a:rPr>
                  <a:t>多模态嵌入层用于将用户、位置和时间编码为潜在表示。</a:t>
                </a:r>
                <a:endParaRPr kumimoji="1" lang="en-US" altLang="zh-CN" sz="1200" dirty="0">
                  <a:solidFill>
                    <a:schemeClr val="tx1"/>
                  </a:solidFill>
                  <a:cs typeface="+mn-ea"/>
                  <a:sym typeface="+mn-lt"/>
                </a:endParaRPr>
              </a:p>
            </p:txBody>
          </p:sp>
          <p:sp>
            <p:nvSpPr>
              <p:cNvPr id="20" name="ïśļíḋè"/>
              <p:cNvSpPr/>
              <p:nvPr/>
            </p:nvSpPr>
            <p:spPr>
              <a:xfrm>
                <a:off x="7115914" y="1359819"/>
                <a:ext cx="3832657" cy="441728"/>
              </a:xfrm>
              <a:prstGeom prst="roundRect">
                <a:avLst>
                  <a:gd name="adj" fmla="val 15900"/>
                </a:avLst>
              </a:prstGeom>
              <a:gradFill>
                <a:gsLst>
                  <a:gs pos="0">
                    <a:schemeClr val="accent1"/>
                  </a:gs>
                  <a:gs pos="50000">
                    <a:schemeClr val="accent2"/>
                  </a:gs>
                </a:gsLst>
                <a:lin ang="270000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r>
                  <a:rPr lang="en-US" altLang="zh-CN" sz="2000" b="1" dirty="0">
                    <a:solidFill>
                      <a:srgbClr val="FFFFFF"/>
                    </a:solidFill>
                    <a:cs typeface="+mn-ea"/>
                    <a:sym typeface="+mn-lt"/>
                  </a:rPr>
                  <a:t>a. </a:t>
                </a:r>
                <a:r>
                  <a:rPr lang="zh-CN" altLang="en-US" sz="2000" b="1" dirty="0">
                    <a:solidFill>
                      <a:srgbClr val="FFFFFF"/>
                    </a:solidFill>
                    <a:cs typeface="+mn-ea"/>
                    <a:sym typeface="+mn-lt"/>
                  </a:rPr>
                  <a:t>用户轨迹嵌入层</a:t>
                </a:r>
                <a:endParaRPr lang="en-US" altLang="zh-CN" sz="2000" b="1" dirty="0">
                  <a:solidFill>
                    <a:srgbClr val="FFFFFF"/>
                  </a:solidFill>
                  <a:cs typeface="+mn-ea"/>
                  <a:sym typeface="+mn-lt"/>
                </a:endParaRPr>
              </a:p>
            </p:txBody>
          </p:sp>
          <p:sp>
            <p:nvSpPr>
              <p:cNvPr id="21" name="ïṩliḑé"/>
              <p:cNvSpPr/>
              <p:nvPr/>
            </p:nvSpPr>
            <p:spPr>
              <a:xfrm>
                <a:off x="7290487" y="3007381"/>
                <a:ext cx="3516519" cy="1100251"/>
              </a:xfrm>
              <a:prstGeom prst="roundRect">
                <a:avLst>
                  <a:gd name="adj" fmla="val 5931"/>
                </a:avLst>
              </a:prstGeom>
              <a:solidFill>
                <a:schemeClr val="tx2">
                  <a:alpha val="15000"/>
                </a:schemeClr>
              </a:solidFill>
              <a:ln w="6055" cap="flat">
                <a:noFill/>
                <a:prstDash val="solid"/>
                <a:miter/>
              </a:ln>
            </p:spPr>
            <p:txBody>
              <a:bodyPr wrap="square" lIns="91440" tIns="45720" rIns="91440" bIns="45720" rtlCol="0" anchor="ctr">
                <a:noAutofit/>
              </a:bodyPr>
              <a:lstStyle/>
              <a:p>
                <a:pPr marL="171450" indent="-171450">
                  <a:lnSpc>
                    <a:spcPct val="150000"/>
                  </a:lnSpc>
                  <a:buFont typeface="Arial" panose="020B0604020202020204" pitchFamily="34" charset="0"/>
                  <a:buChar char="•"/>
                </a:pPr>
                <a:r>
                  <a:rPr kumimoji="0" lang="zh-CN" altLang="en-US" sz="1200" b="0" i="0" u="none" strike="noStrike" kern="1200" cap="none" spc="0" normalizeH="0" baseline="0" noProof="0" dirty="0">
                    <a:ln>
                      <a:noFill/>
                    </a:ln>
                    <a:effectLst/>
                    <a:uLnTx/>
                    <a:uFillTx/>
                    <a:cs typeface="+mn-ea"/>
                    <a:sym typeface="+mn-lt"/>
                  </a:rPr>
                  <a:t>将嵌入模块合并到其他模块中，将标量转换为密集向量，以减少计算和改进表示。</a:t>
                </a:r>
                <a:endParaRPr kumimoji="1" lang="en-US" altLang="zh-CN" sz="1200" dirty="0">
                  <a:solidFill>
                    <a:schemeClr val="tx1"/>
                  </a:solidFill>
                  <a:cs typeface="+mn-ea"/>
                  <a:sym typeface="+mn-lt"/>
                </a:endParaRPr>
              </a:p>
            </p:txBody>
          </p:sp>
        </p:grpSp>
        <p:sp>
          <p:nvSpPr>
            <p:cNvPr id="22" name="işḷíďé"/>
            <p:cNvSpPr/>
            <p:nvPr/>
          </p:nvSpPr>
          <p:spPr>
            <a:xfrm>
              <a:off x="8509925" y="3709594"/>
              <a:ext cx="537486" cy="449943"/>
            </a:xfrm>
            <a:prstGeom prst="rightArrow">
              <a:avLst/>
            </a:prstGeom>
            <a:gradFill>
              <a:gsLst>
                <a:gs pos="0">
                  <a:schemeClr val="accent4">
                    <a:alpha val="0"/>
                  </a:schemeClr>
                </a:gs>
                <a:gs pos="50000">
                  <a:schemeClr val="accent3"/>
                </a:gs>
              </a:gsLst>
              <a:lin ang="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2000" b="1">
                <a:solidFill>
                  <a:srgbClr val="FFFFFF"/>
                </a:solidFill>
                <a:cs typeface="+mn-ea"/>
                <a:sym typeface="+mn-lt"/>
              </a:endParaRPr>
            </a:p>
          </p:txBody>
        </p:sp>
        <p:sp>
          <p:nvSpPr>
            <p:cNvPr id="23" name="îṥlíḋè"/>
            <p:cNvSpPr/>
            <p:nvPr/>
          </p:nvSpPr>
          <p:spPr>
            <a:xfrm flipH="1">
              <a:off x="3144590" y="3709594"/>
              <a:ext cx="537486" cy="449943"/>
            </a:xfrm>
            <a:prstGeom prst="rightArrow">
              <a:avLst/>
            </a:prstGeom>
            <a:gradFill>
              <a:gsLst>
                <a:gs pos="0">
                  <a:schemeClr val="accent1">
                    <a:alpha val="0"/>
                  </a:schemeClr>
                </a:gs>
                <a:gs pos="50000">
                  <a:schemeClr val="accent2"/>
                </a:gs>
              </a:gsLst>
              <a:lin ang="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2000" b="1">
                <a:solidFill>
                  <a:srgbClr val="FFFFFF"/>
                </a:solidFill>
                <a:cs typeface="+mn-ea"/>
                <a:sym typeface="+mn-lt"/>
              </a:endParaRPr>
            </a:p>
          </p:txBody>
        </p:sp>
      </p:grpSp>
      <mc:AlternateContent xmlns:mc="http://schemas.openxmlformats.org/markup-compatibility/2006" xmlns:a14="http://schemas.microsoft.com/office/drawing/2010/main">
        <mc:Choice Requires="a14">
          <p:sp>
            <p:nvSpPr>
              <p:cNvPr id="25" name="Rectangle 2">
                <a:extLst>
                  <a:ext uri="{FF2B5EF4-FFF2-40B4-BE49-F238E27FC236}">
                    <a16:creationId xmlns:a16="http://schemas.microsoft.com/office/drawing/2014/main" id="{B464853E-4BEC-6ECE-4F78-F7E310843509}"/>
                  </a:ext>
                </a:extLst>
              </p:cNvPr>
              <p:cNvSpPr>
                <a:spLocks noChangeArrowheads="1"/>
              </p:cNvSpPr>
              <p:nvPr/>
            </p:nvSpPr>
            <p:spPr bwMode="auto">
              <a:xfrm>
                <a:off x="560236" y="5876274"/>
                <a:ext cx="2674374" cy="36933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r>
                        <a:rPr kumimoji="0" lang="zh-CN" altLang="zh-CN" sz="1800" b="0" i="1" u="none" strike="noStrike" cap="none" normalizeH="0" baseline="0" dirty="0" smtClean="0">
                          <a:ln>
                            <a:noFill/>
                          </a:ln>
                          <a:solidFill>
                            <a:schemeClr val="tx1"/>
                          </a:solidFill>
                          <a:effectLst/>
                          <a:latin typeface="Cambria Math" panose="02040503050406030204" pitchFamily="18" charset="0"/>
                        </a:rPr>
                        <m:t>𝐸</m:t>
                      </m:r>
                      <m:r>
                        <a:rPr kumimoji="0" lang="zh-CN" altLang="zh-CN" sz="1800" b="0" i="1" u="none" strike="noStrike" cap="none" normalizeH="0" baseline="0" dirty="0" smtClean="0">
                          <a:ln>
                            <a:noFill/>
                          </a:ln>
                          <a:solidFill>
                            <a:schemeClr val="tx1"/>
                          </a:solidFill>
                          <a:effectLst/>
                          <a:latin typeface="Cambria Math" panose="02040503050406030204" pitchFamily="18" charset="0"/>
                        </a:rPr>
                        <m:t>(</m:t>
                      </m:r>
                      <m:sSub>
                        <m:sSubPr>
                          <m:ctrlPr>
                            <a:rPr kumimoji="0" lang="en-US" altLang="zh-CN" sz="1800" b="0" i="1" u="none" strike="noStrike" cap="none" normalizeH="0" baseline="0" dirty="0" smtClean="0">
                              <a:ln>
                                <a:noFill/>
                              </a:ln>
                              <a:solidFill>
                                <a:schemeClr val="tx1"/>
                              </a:solidFill>
                              <a:effectLst/>
                              <a:latin typeface="Cambria Math" panose="02040503050406030204" pitchFamily="18" charset="0"/>
                            </a:rPr>
                          </m:ctrlPr>
                        </m:sSubPr>
                        <m:e>
                          <m:r>
                            <a:rPr lang="zh-CN" altLang="zh-CN" i="1" dirty="0">
                              <a:latin typeface="Cambria Math" panose="02040503050406030204" pitchFamily="18" charset="0"/>
                            </a:rPr>
                            <m:t>𝑢</m:t>
                          </m:r>
                        </m:e>
                        <m:sub>
                          <m:r>
                            <a:rPr lang="zh-CN" altLang="zh-CN" i="1" dirty="0">
                              <a:latin typeface="Cambria Math" panose="02040503050406030204" pitchFamily="18" charset="0"/>
                            </a:rPr>
                            <m:t>𝑖</m:t>
                          </m:r>
                        </m:sub>
                      </m:sSub>
                      <m:r>
                        <a:rPr kumimoji="0" lang="zh-CN" altLang="zh-CN" sz="1800" b="0" i="1" u="none" strike="noStrike" cap="none" normalizeH="0" baseline="0" dirty="0" smtClean="0">
                          <a:ln>
                            <a:noFill/>
                          </a:ln>
                          <a:solidFill>
                            <a:schemeClr val="tx1"/>
                          </a:solidFill>
                          <a:effectLst/>
                          <a:latin typeface="Cambria Math" panose="02040503050406030204" pitchFamily="18" charset="0"/>
                        </a:rPr>
                        <m:t>)=[​</m:t>
                      </m:r>
                      <m:sSup>
                        <m:sSupPr>
                          <m:ctrlPr>
                            <a:rPr kumimoji="0" lang="en-US" altLang="zh-CN" sz="1800" b="0" i="1" u="none" strike="noStrike" cap="none" normalizeH="0" baseline="0" dirty="0" smtClean="0">
                              <a:ln>
                                <a:noFill/>
                              </a:ln>
                              <a:solidFill>
                                <a:schemeClr val="tx1"/>
                              </a:solidFill>
                              <a:effectLst/>
                              <a:latin typeface="Cambria Math" panose="02040503050406030204" pitchFamily="18" charset="0"/>
                            </a:rPr>
                          </m:ctrlPr>
                        </m:sSupPr>
                        <m:e>
                          <m:r>
                            <a:rPr lang="zh-CN" altLang="zh-CN" i="1" dirty="0">
                              <a:latin typeface="Cambria Math" panose="02040503050406030204" pitchFamily="18" charset="0"/>
                            </a:rPr>
                            <m:t>𝑒</m:t>
                          </m:r>
                        </m:e>
                        <m:sup>
                          <m:sSub>
                            <m:sSubPr>
                              <m:ctrlPr>
                                <a:rPr kumimoji="0" lang="en-US" altLang="zh-CN" sz="1800" b="0" i="1" u="none" strike="noStrike" cap="none" normalizeH="0" baseline="0" dirty="0" smtClean="0">
                                  <a:ln>
                                    <a:noFill/>
                                  </a:ln>
                                  <a:solidFill>
                                    <a:schemeClr val="tx1"/>
                                  </a:solidFill>
                                  <a:effectLst/>
                                  <a:latin typeface="Cambria Math" panose="02040503050406030204" pitchFamily="18" charset="0"/>
                                </a:rPr>
                              </m:ctrlPr>
                            </m:sSubPr>
                            <m:e>
                              <m:r>
                                <a:rPr lang="zh-CN" altLang="zh-CN" i="1" dirty="0">
                                  <a:latin typeface="Cambria Math" panose="02040503050406030204" pitchFamily="18" charset="0"/>
                                </a:rPr>
                                <m:t>𝑟</m:t>
                              </m:r>
                            </m:e>
                            <m:sub>
                              <m:r>
                                <a:rPr lang="zh-CN" altLang="zh-CN" i="1" dirty="0">
                                  <a:latin typeface="Cambria Math" panose="02040503050406030204" pitchFamily="18" charset="0"/>
                                </a:rPr>
                                <m:t>1</m:t>
                              </m:r>
                            </m:sub>
                          </m:sSub>
                        </m:sup>
                      </m:sSup>
                      <m:r>
                        <a:rPr kumimoji="0" lang="zh-CN" altLang="zh-CN" sz="1800" b="0" i="1" u="none" strike="noStrike" cap="none" normalizeH="0" baseline="0" dirty="0" smtClean="0">
                          <a:ln>
                            <a:noFill/>
                          </a:ln>
                          <a:solidFill>
                            <a:schemeClr val="tx1"/>
                          </a:solidFill>
                          <a:effectLst/>
                          <a:latin typeface="Cambria Math" panose="02040503050406030204" pitchFamily="18" charset="0"/>
                        </a:rPr>
                        <m:t>,</m:t>
                      </m:r>
                      <m:sSup>
                        <m:sSupPr>
                          <m:ctrlPr>
                            <a:rPr lang="en-US" altLang="zh-CN" i="1" dirty="0">
                              <a:latin typeface="Cambria Math" panose="02040503050406030204" pitchFamily="18" charset="0"/>
                            </a:rPr>
                          </m:ctrlPr>
                        </m:sSupPr>
                        <m:e>
                          <m:r>
                            <a:rPr lang="zh-CN" altLang="zh-CN" i="1" dirty="0">
                              <a:latin typeface="Cambria Math" panose="02040503050406030204" pitchFamily="18" charset="0"/>
                            </a:rPr>
                            <m:t>𝑒</m:t>
                          </m:r>
                        </m:e>
                        <m:sup>
                          <m:sSub>
                            <m:sSubPr>
                              <m:ctrlPr>
                                <a:rPr lang="en-US" altLang="zh-CN" i="1" dirty="0">
                                  <a:latin typeface="Cambria Math" panose="02040503050406030204" pitchFamily="18" charset="0"/>
                                </a:rPr>
                              </m:ctrlPr>
                            </m:sSubPr>
                            <m:e>
                              <m:r>
                                <a:rPr lang="zh-CN" altLang="zh-CN" i="1" dirty="0">
                                  <a:latin typeface="Cambria Math" panose="02040503050406030204" pitchFamily="18" charset="0"/>
                                </a:rPr>
                                <m:t>𝑟</m:t>
                              </m:r>
                            </m:e>
                            <m:sub>
                              <m:r>
                                <a:rPr lang="zh-CN" altLang="zh-CN" i="1" dirty="0">
                                  <a:latin typeface="Cambria Math" panose="02040503050406030204" pitchFamily="18" charset="0"/>
                                </a:rPr>
                                <m:t>2</m:t>
                              </m:r>
                            </m:sub>
                          </m:sSub>
                        </m:sup>
                      </m:sSup>
                      <m:r>
                        <a:rPr kumimoji="0" lang="zh-CN" altLang="zh-CN" sz="1800" b="0" i="1" u="none" strike="noStrike" cap="none" normalizeH="0" baseline="0" dirty="0" smtClean="0">
                          <a:ln>
                            <a:noFill/>
                          </a:ln>
                          <a:solidFill>
                            <a:schemeClr val="tx1"/>
                          </a:solidFill>
                          <a:effectLst/>
                          <a:latin typeface="Cambria Math" panose="02040503050406030204" pitchFamily="18" charset="0"/>
                        </a:rPr>
                        <m:t> ​,…,</m:t>
                      </m:r>
                      <m:sSup>
                        <m:sSupPr>
                          <m:ctrlPr>
                            <a:rPr lang="en-US" altLang="zh-CN" i="1" dirty="0">
                              <a:latin typeface="Cambria Math" panose="02040503050406030204" pitchFamily="18" charset="0"/>
                            </a:rPr>
                          </m:ctrlPr>
                        </m:sSupPr>
                        <m:e>
                          <m:r>
                            <a:rPr lang="zh-CN" altLang="zh-CN" i="1" dirty="0">
                              <a:latin typeface="Cambria Math" panose="02040503050406030204" pitchFamily="18" charset="0"/>
                            </a:rPr>
                            <m:t>𝑒</m:t>
                          </m:r>
                        </m:e>
                        <m:sup>
                          <m:sSub>
                            <m:sSubPr>
                              <m:ctrlPr>
                                <a:rPr lang="en-US" altLang="zh-CN" i="1" dirty="0">
                                  <a:latin typeface="Cambria Math" panose="02040503050406030204" pitchFamily="18" charset="0"/>
                                </a:rPr>
                              </m:ctrlPr>
                            </m:sSubPr>
                            <m:e>
                              <m:r>
                                <a:rPr lang="zh-CN" altLang="zh-CN" i="1" dirty="0">
                                  <a:latin typeface="Cambria Math" panose="02040503050406030204" pitchFamily="18" charset="0"/>
                                </a:rPr>
                                <m:t>𝑟</m:t>
                              </m:r>
                            </m:e>
                            <m:sub>
                              <m:r>
                                <a:rPr lang="zh-CN" altLang="zh-CN" i="1" dirty="0">
                                  <a:latin typeface="Cambria Math" panose="02040503050406030204" pitchFamily="18" charset="0"/>
                                </a:rPr>
                                <m:t>𝑛</m:t>
                              </m:r>
                            </m:sub>
                          </m:sSub>
                        </m:sup>
                      </m:sSup>
                      <m:r>
                        <a:rPr kumimoji="0" lang="zh-CN" altLang="zh-CN" sz="1800" b="0" i="1" u="none" strike="noStrike" cap="none" normalizeH="0" baseline="0" dirty="0" smtClean="0">
                          <a:ln>
                            <a:noFill/>
                          </a:ln>
                          <a:solidFill>
                            <a:schemeClr val="tx1"/>
                          </a:solidFill>
                          <a:effectLst/>
                          <a:latin typeface="Cambria Math" panose="02040503050406030204" pitchFamily="18" charset="0"/>
                        </a:rPr>
                        <m:t> ​]</m:t>
                      </m:r>
                    </m:oMath>
                  </m:oMathPara>
                </a14:m>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mc:Choice>
        <mc:Fallback xmlns="">
          <p:sp>
            <p:nvSpPr>
              <p:cNvPr id="25" name="Rectangle 2">
                <a:extLst>
                  <a:ext uri="{FF2B5EF4-FFF2-40B4-BE49-F238E27FC236}">
                    <a16:creationId xmlns:a16="http://schemas.microsoft.com/office/drawing/2014/main" id="{B464853E-4BEC-6ECE-4F78-F7E310843509}"/>
                  </a:ext>
                </a:extLst>
              </p:cNvPr>
              <p:cNvSpPr>
                <a:spLocks noRot="1" noChangeAspect="1" noMove="1" noResize="1" noEditPoints="1" noAdjustHandles="1" noChangeArrowheads="1" noChangeShapeType="1" noTextEdit="1"/>
              </p:cNvSpPr>
              <p:nvPr/>
            </p:nvSpPr>
            <p:spPr bwMode="auto">
              <a:xfrm>
                <a:off x="560236" y="5876274"/>
                <a:ext cx="2674374" cy="369332"/>
              </a:xfrm>
              <a:prstGeom prst="rect">
                <a:avLst/>
              </a:prstGeom>
              <a:blipFill>
                <a:blip r:embed="rId3"/>
                <a:stretch>
                  <a:fillRect r="-456" b="-1639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47F2E02C-4E80-1C0B-436E-ADD446C3243D}"/>
                  </a:ext>
                </a:extLst>
              </p:cNvPr>
              <p:cNvSpPr txBox="1"/>
              <p:nvPr/>
            </p:nvSpPr>
            <p:spPr>
              <a:xfrm>
                <a:off x="818311" y="5364931"/>
                <a:ext cx="1941378" cy="3742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i="1" dirty="0">
                              <a:latin typeface="Cambria Math" panose="02040503050406030204" pitchFamily="18" charset="0"/>
                            </a:rPr>
                          </m:ctrlPr>
                        </m:sSupPr>
                        <m:e>
                          <m:r>
                            <a:rPr lang="zh-CN" altLang="zh-CN" i="1" dirty="0">
                              <a:latin typeface="Cambria Math" panose="02040503050406030204" pitchFamily="18" charset="0"/>
                            </a:rPr>
                            <m:t>𝑒</m:t>
                          </m:r>
                        </m:e>
                        <m:sup>
                          <m:r>
                            <a:rPr lang="pt-BR" altLang="zh-CN" i="1" dirty="0">
                              <a:latin typeface="Cambria Math" panose="02040503050406030204" pitchFamily="18" charset="0"/>
                            </a:rPr>
                            <m:t>𝑟</m:t>
                          </m:r>
                        </m:sup>
                      </m:sSup>
                      <m:r>
                        <a:rPr lang="pt-BR" altLang="zh-CN" i="1" dirty="0" smtClean="0">
                          <a:latin typeface="Cambria Math" panose="02040503050406030204" pitchFamily="18" charset="0"/>
                        </a:rPr>
                        <m:t>=</m:t>
                      </m:r>
                      <m:sSup>
                        <m:sSupPr>
                          <m:ctrlPr>
                            <a:rPr lang="en-US" altLang="zh-CN" i="1" dirty="0">
                              <a:latin typeface="Cambria Math" panose="02040503050406030204" pitchFamily="18" charset="0"/>
                            </a:rPr>
                          </m:ctrlPr>
                        </m:sSupPr>
                        <m:e>
                          <m:r>
                            <a:rPr lang="zh-CN" altLang="zh-CN" i="1" dirty="0">
                              <a:latin typeface="Cambria Math" panose="02040503050406030204" pitchFamily="18" charset="0"/>
                            </a:rPr>
                            <m:t>𝑒</m:t>
                          </m:r>
                        </m:e>
                        <m:sup>
                          <m:r>
                            <a:rPr lang="pt-BR" altLang="zh-CN" i="1" dirty="0">
                              <a:latin typeface="Cambria Math" panose="02040503050406030204" pitchFamily="18" charset="0"/>
                            </a:rPr>
                            <m:t>𝑢</m:t>
                          </m:r>
                        </m:sup>
                      </m:sSup>
                      <m:r>
                        <a:rPr lang="pt-BR" altLang="zh-CN" i="1" dirty="0" smtClean="0">
                          <a:latin typeface="Cambria Math" panose="02040503050406030204" pitchFamily="18" charset="0"/>
                        </a:rPr>
                        <m:t>+</m:t>
                      </m:r>
                      <m:sSup>
                        <m:sSupPr>
                          <m:ctrlPr>
                            <a:rPr lang="en-US" altLang="zh-CN" i="1" dirty="0">
                              <a:latin typeface="Cambria Math" panose="02040503050406030204" pitchFamily="18" charset="0"/>
                            </a:rPr>
                          </m:ctrlPr>
                        </m:sSupPr>
                        <m:e>
                          <m:r>
                            <a:rPr lang="zh-CN" altLang="zh-CN" i="1" dirty="0">
                              <a:latin typeface="Cambria Math" panose="02040503050406030204" pitchFamily="18" charset="0"/>
                            </a:rPr>
                            <m:t>𝑒</m:t>
                          </m:r>
                        </m:e>
                        <m:sup>
                          <m:r>
                            <a:rPr lang="pt-BR" altLang="zh-CN" i="1" dirty="0">
                              <a:latin typeface="Cambria Math" panose="02040503050406030204" pitchFamily="18" charset="0"/>
                            </a:rPr>
                            <m:t>𝑙</m:t>
                          </m:r>
                        </m:sup>
                      </m:sSup>
                      <m:r>
                        <a:rPr lang="pt-BR" altLang="zh-CN" i="1" dirty="0" smtClean="0">
                          <a:latin typeface="Cambria Math" panose="02040503050406030204" pitchFamily="18" charset="0"/>
                        </a:rPr>
                        <m:t>+</m:t>
                      </m:r>
                      <m:sSup>
                        <m:sSupPr>
                          <m:ctrlPr>
                            <a:rPr lang="en-US" altLang="zh-CN" i="1" dirty="0">
                              <a:latin typeface="Cambria Math" panose="02040503050406030204" pitchFamily="18" charset="0"/>
                            </a:rPr>
                          </m:ctrlPr>
                        </m:sSupPr>
                        <m:e>
                          <m:r>
                            <a:rPr lang="zh-CN" altLang="zh-CN" i="1" dirty="0">
                              <a:latin typeface="Cambria Math" panose="02040503050406030204" pitchFamily="18" charset="0"/>
                            </a:rPr>
                            <m:t>𝑒</m:t>
                          </m:r>
                        </m:e>
                        <m:sup>
                          <m:r>
                            <a:rPr lang="pt-BR" altLang="zh-CN" i="1" dirty="0">
                              <a:latin typeface="Cambria Math" panose="02040503050406030204" pitchFamily="18" charset="0"/>
                            </a:rPr>
                            <m:t>𝑡</m:t>
                          </m:r>
                        </m:sup>
                      </m:sSup>
                    </m:oMath>
                  </m:oMathPara>
                </a14:m>
                <a:endParaRPr lang="zh-CN" altLang="en-US" dirty="0"/>
              </a:p>
            </p:txBody>
          </p:sp>
        </mc:Choice>
        <mc:Fallback xmlns="">
          <p:sp>
            <p:nvSpPr>
              <p:cNvPr id="29" name="文本框 28">
                <a:extLst>
                  <a:ext uri="{FF2B5EF4-FFF2-40B4-BE49-F238E27FC236}">
                    <a16:creationId xmlns:a16="http://schemas.microsoft.com/office/drawing/2014/main" id="{47F2E02C-4E80-1C0B-436E-ADD446C3243D}"/>
                  </a:ext>
                </a:extLst>
              </p:cNvPr>
              <p:cNvSpPr txBox="1">
                <a:spLocks noRot="1" noChangeAspect="1" noMove="1" noResize="1" noEditPoints="1" noAdjustHandles="1" noChangeArrowheads="1" noChangeShapeType="1" noTextEdit="1"/>
              </p:cNvSpPr>
              <p:nvPr/>
            </p:nvSpPr>
            <p:spPr>
              <a:xfrm>
                <a:off x="818311" y="5364931"/>
                <a:ext cx="1941378" cy="37427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E308DF21-9163-8B35-45FB-17C05F327E44}"/>
                  </a:ext>
                </a:extLst>
              </p:cNvPr>
              <p:cNvSpPr txBox="1"/>
              <p:nvPr/>
            </p:nvSpPr>
            <p:spPr>
              <a:xfrm>
                <a:off x="8160774" y="5412434"/>
                <a:ext cx="403122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altLang="zh-CN" i="1" dirty="0" smtClean="0">
                          <a:latin typeface="Cambria Math" panose="02040503050406030204" pitchFamily="18" charset="0"/>
                        </a:rPr>
                        <m:t>𝐸</m:t>
                      </m:r>
                      <m:r>
                        <a:rPr lang="pt-BR" altLang="zh-CN" i="1" dirty="0" smtClean="0">
                          <a:latin typeface="Cambria Math" panose="02040503050406030204" pitchFamily="18" charset="0"/>
                        </a:rPr>
                        <m:t>(</m:t>
                      </m:r>
                      <m:r>
                        <m:rPr>
                          <m:sty m:val="p"/>
                        </m:rPr>
                        <a:rPr lang="pt-BR" altLang="zh-CN" i="0" dirty="0">
                          <a:latin typeface="Cambria Math" panose="02040503050406030204" pitchFamily="18" charset="0"/>
                        </a:rPr>
                        <m:t>Δ</m:t>
                      </m:r>
                      <m:r>
                        <a:rPr lang="pt-BR" altLang="zh-CN" i="1" dirty="0">
                          <a:latin typeface="Cambria Math" panose="02040503050406030204" pitchFamily="18" charset="0"/>
                        </a:rPr>
                        <m:t>)=</m:t>
                      </m:r>
                      <m:r>
                        <a:rPr lang="pt-BR" altLang="zh-CN" i="1" dirty="0">
                          <a:latin typeface="Cambria Math" panose="02040503050406030204" pitchFamily="18" charset="0"/>
                        </a:rPr>
                        <m:t>𝑆𝑢𝑚</m:t>
                      </m:r>
                      <m:r>
                        <a:rPr lang="pt-BR" altLang="zh-CN" i="1" dirty="0">
                          <a:latin typeface="Cambria Math" panose="02040503050406030204" pitchFamily="18" charset="0"/>
                        </a:rPr>
                        <m:t>(</m:t>
                      </m:r>
                      <m:r>
                        <a:rPr lang="pt-BR" altLang="zh-CN" i="1" dirty="0">
                          <a:latin typeface="Cambria Math" panose="02040503050406030204" pitchFamily="18" charset="0"/>
                        </a:rPr>
                        <m:t>𝐸</m:t>
                      </m:r>
                      <m:r>
                        <a:rPr lang="pt-BR" altLang="zh-CN" i="1" dirty="0">
                          <a:latin typeface="Cambria Math" panose="02040503050406030204" pitchFamily="18" charset="0"/>
                        </a:rPr>
                        <m:t>(</m:t>
                      </m:r>
                      <m:sSup>
                        <m:sSupPr>
                          <m:ctrlPr>
                            <a:rPr lang="pt-BR" altLang="zh-CN" i="1" dirty="0" smtClean="0">
                              <a:latin typeface="Cambria Math" panose="02040503050406030204" pitchFamily="18" charset="0"/>
                            </a:rPr>
                          </m:ctrlPr>
                        </m:sSupPr>
                        <m:e>
                          <m:r>
                            <m:rPr>
                              <m:sty m:val="p"/>
                            </m:rPr>
                            <a:rPr lang="pt-BR" altLang="zh-CN" dirty="0">
                              <a:latin typeface="Cambria Math" panose="02040503050406030204" pitchFamily="18" charset="0"/>
                            </a:rPr>
                            <m:t>Δ</m:t>
                          </m:r>
                        </m:e>
                        <m:sup>
                          <m:r>
                            <a:rPr lang="pt-BR" altLang="zh-CN" i="1" dirty="0">
                              <a:latin typeface="Cambria Math" panose="02040503050406030204" pitchFamily="18" charset="0"/>
                            </a:rPr>
                            <m:t>𝑡</m:t>
                          </m:r>
                        </m:sup>
                      </m:sSup>
                      <m:r>
                        <a:rPr lang="pt-BR" altLang="zh-CN" i="1" dirty="0" smtClean="0">
                          <a:latin typeface="Cambria Math" panose="02040503050406030204" pitchFamily="18" charset="0"/>
                        </a:rPr>
                        <m:t>))+</m:t>
                      </m:r>
                      <m:r>
                        <a:rPr lang="pt-BR" altLang="zh-CN" i="1" dirty="0" smtClean="0">
                          <a:latin typeface="Cambria Math" panose="02040503050406030204" pitchFamily="18" charset="0"/>
                        </a:rPr>
                        <m:t>𝑆𝑢𝑚</m:t>
                      </m:r>
                      <m:r>
                        <a:rPr lang="pt-BR" altLang="zh-CN" i="1" dirty="0" smtClean="0">
                          <a:latin typeface="Cambria Math" panose="02040503050406030204" pitchFamily="18" charset="0"/>
                        </a:rPr>
                        <m:t>(</m:t>
                      </m:r>
                      <m:r>
                        <a:rPr lang="pt-BR" altLang="zh-CN" i="1" dirty="0" smtClean="0">
                          <a:latin typeface="Cambria Math" panose="02040503050406030204" pitchFamily="18" charset="0"/>
                        </a:rPr>
                        <m:t>𝐸</m:t>
                      </m:r>
                      <m:r>
                        <a:rPr lang="pt-BR" altLang="zh-CN" i="1" dirty="0" smtClean="0">
                          <a:latin typeface="Cambria Math" panose="02040503050406030204" pitchFamily="18" charset="0"/>
                        </a:rPr>
                        <m:t>(</m:t>
                      </m:r>
                      <m:sSup>
                        <m:sSupPr>
                          <m:ctrlPr>
                            <a:rPr lang="pt-BR" altLang="zh-CN" i="1" dirty="0">
                              <a:latin typeface="Cambria Math" panose="02040503050406030204" pitchFamily="18" charset="0"/>
                            </a:rPr>
                          </m:ctrlPr>
                        </m:sSupPr>
                        <m:e>
                          <m:r>
                            <m:rPr>
                              <m:sty m:val="p"/>
                            </m:rPr>
                            <a:rPr lang="pt-BR" altLang="zh-CN" dirty="0">
                              <a:latin typeface="Cambria Math" panose="02040503050406030204" pitchFamily="18" charset="0"/>
                            </a:rPr>
                            <m:t>Δ</m:t>
                          </m:r>
                        </m:e>
                        <m:sup>
                          <m:r>
                            <a:rPr lang="pt-BR" altLang="zh-CN" i="1" dirty="0">
                              <a:latin typeface="Cambria Math" panose="02040503050406030204" pitchFamily="18" charset="0"/>
                            </a:rPr>
                            <m:t>𝑠</m:t>
                          </m:r>
                        </m:sup>
                      </m:sSup>
                      <m:r>
                        <a:rPr lang="pt-BR" altLang="zh-CN" i="1" dirty="0" smtClean="0">
                          <a:latin typeface="Cambria Math" panose="02040503050406030204" pitchFamily="18" charset="0"/>
                        </a:rPr>
                        <m:t>))</m:t>
                      </m:r>
                    </m:oMath>
                  </m:oMathPara>
                </a14:m>
                <a:endParaRPr lang="zh-CN" altLang="en-US" dirty="0"/>
              </a:p>
            </p:txBody>
          </p:sp>
        </mc:Choice>
        <mc:Fallback xmlns="">
          <p:sp>
            <p:nvSpPr>
              <p:cNvPr id="33" name="文本框 32">
                <a:extLst>
                  <a:ext uri="{FF2B5EF4-FFF2-40B4-BE49-F238E27FC236}">
                    <a16:creationId xmlns:a16="http://schemas.microsoft.com/office/drawing/2014/main" id="{E308DF21-9163-8B35-45FB-17C05F327E44}"/>
                  </a:ext>
                </a:extLst>
              </p:cNvPr>
              <p:cNvSpPr txBox="1">
                <a:spLocks noRot="1" noChangeAspect="1" noMove="1" noResize="1" noEditPoints="1" noAdjustHandles="1" noChangeArrowheads="1" noChangeShapeType="1" noTextEdit="1"/>
              </p:cNvSpPr>
              <p:nvPr/>
            </p:nvSpPr>
            <p:spPr>
              <a:xfrm>
                <a:off x="8160774" y="5412434"/>
                <a:ext cx="4031226" cy="369332"/>
              </a:xfrm>
              <a:prstGeom prst="rect">
                <a:avLst/>
              </a:prstGeom>
              <a:blipFill>
                <a:blip r:embed="rId5"/>
                <a:stretch>
                  <a:fillRect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25B80459-CC0A-CC3F-BBA0-D9F077DC4A89}"/>
                  </a:ext>
                </a:extLst>
              </p:cNvPr>
              <p:cNvSpPr txBox="1"/>
              <p:nvPr/>
            </p:nvSpPr>
            <p:spPr>
              <a:xfrm>
                <a:off x="7140176" y="5925667"/>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altLang="zh-CN" i="1" dirty="0" smtClean="0">
                          <a:latin typeface="Cambria Math" panose="02040503050406030204" pitchFamily="18" charset="0"/>
                        </a:rPr>
                        <m:t>𝐸</m:t>
                      </m:r>
                      <m:r>
                        <a:rPr lang="pt-BR" altLang="zh-CN" i="1" dirty="0" smtClean="0">
                          <a:latin typeface="Cambria Math" panose="02040503050406030204" pitchFamily="18" charset="0"/>
                        </a:rPr>
                        <m:t>(</m:t>
                      </m:r>
                      <m:r>
                        <m:rPr>
                          <m:nor/>
                        </m:rPr>
                        <a:rPr lang="en-US" altLang="zh-CN" i="1"/>
                        <m:t>N</m:t>
                      </m:r>
                      <m:r>
                        <a:rPr lang="pt-BR" altLang="zh-CN" i="1" dirty="0">
                          <a:latin typeface="Cambria Math" panose="02040503050406030204" pitchFamily="18" charset="0"/>
                        </a:rPr>
                        <m:t>)=</m:t>
                      </m:r>
                      <m:r>
                        <a:rPr lang="pt-BR" altLang="zh-CN" i="1" dirty="0">
                          <a:latin typeface="Cambria Math" panose="02040503050406030204" pitchFamily="18" charset="0"/>
                        </a:rPr>
                        <m:t>𝑆𝑢𝑚</m:t>
                      </m:r>
                      <m:r>
                        <a:rPr lang="pt-BR" altLang="zh-CN" i="1" dirty="0">
                          <a:latin typeface="Cambria Math" panose="02040503050406030204" pitchFamily="18" charset="0"/>
                        </a:rPr>
                        <m:t>(</m:t>
                      </m:r>
                      <m:r>
                        <a:rPr lang="pt-BR" altLang="zh-CN" i="1" dirty="0">
                          <a:latin typeface="Cambria Math" panose="02040503050406030204" pitchFamily="18" charset="0"/>
                        </a:rPr>
                        <m:t>𝐸</m:t>
                      </m:r>
                      <m:r>
                        <a:rPr lang="pt-BR" altLang="zh-CN" i="1" dirty="0">
                          <a:latin typeface="Cambria Math" panose="02040503050406030204" pitchFamily="18" charset="0"/>
                        </a:rPr>
                        <m:t>(</m:t>
                      </m:r>
                      <m:sSup>
                        <m:sSupPr>
                          <m:ctrlPr>
                            <a:rPr lang="pt-BR" altLang="zh-CN" i="1" dirty="0" smtClean="0">
                              <a:latin typeface="Cambria Math" panose="02040503050406030204" pitchFamily="18" charset="0"/>
                            </a:rPr>
                          </m:ctrlPr>
                        </m:sSupPr>
                        <m:e>
                          <m:r>
                            <m:rPr>
                              <m:nor/>
                            </m:rPr>
                            <a:rPr lang="en-US" altLang="zh-CN" i="1"/>
                            <m:t>N</m:t>
                          </m:r>
                        </m:e>
                        <m:sup>
                          <m:r>
                            <a:rPr lang="pt-BR" altLang="zh-CN" i="1" dirty="0">
                              <a:latin typeface="Cambria Math" panose="02040503050406030204" pitchFamily="18" charset="0"/>
                            </a:rPr>
                            <m:t>𝑡</m:t>
                          </m:r>
                        </m:sup>
                      </m:sSup>
                      <m:r>
                        <a:rPr lang="pt-BR" altLang="zh-CN" i="1" dirty="0" smtClean="0">
                          <a:latin typeface="Cambria Math" panose="02040503050406030204" pitchFamily="18" charset="0"/>
                        </a:rPr>
                        <m:t>))+</m:t>
                      </m:r>
                      <m:r>
                        <a:rPr lang="pt-BR" altLang="zh-CN" i="1" dirty="0" smtClean="0">
                          <a:latin typeface="Cambria Math" panose="02040503050406030204" pitchFamily="18" charset="0"/>
                        </a:rPr>
                        <m:t>𝑆𝑢𝑚</m:t>
                      </m:r>
                      <m:r>
                        <a:rPr lang="pt-BR" altLang="zh-CN" i="1" dirty="0" smtClean="0">
                          <a:latin typeface="Cambria Math" panose="02040503050406030204" pitchFamily="18" charset="0"/>
                        </a:rPr>
                        <m:t>(</m:t>
                      </m:r>
                      <m:r>
                        <a:rPr lang="pt-BR" altLang="zh-CN" i="1" dirty="0" smtClean="0">
                          <a:latin typeface="Cambria Math" panose="02040503050406030204" pitchFamily="18" charset="0"/>
                        </a:rPr>
                        <m:t>𝐸</m:t>
                      </m:r>
                      <m:r>
                        <a:rPr lang="pt-BR" altLang="zh-CN" i="1" dirty="0" smtClean="0">
                          <a:latin typeface="Cambria Math" panose="02040503050406030204" pitchFamily="18" charset="0"/>
                        </a:rPr>
                        <m:t>(</m:t>
                      </m:r>
                      <m:sSup>
                        <m:sSupPr>
                          <m:ctrlPr>
                            <a:rPr lang="pt-BR" altLang="zh-CN" i="1" dirty="0">
                              <a:latin typeface="Cambria Math" panose="02040503050406030204" pitchFamily="18" charset="0"/>
                            </a:rPr>
                          </m:ctrlPr>
                        </m:sSupPr>
                        <m:e>
                          <m:r>
                            <m:rPr>
                              <m:nor/>
                            </m:rPr>
                            <a:rPr lang="en-US" altLang="zh-CN" i="1"/>
                            <m:t>N</m:t>
                          </m:r>
                        </m:e>
                        <m:sup>
                          <m:r>
                            <a:rPr lang="pt-BR" altLang="zh-CN" i="1" dirty="0">
                              <a:latin typeface="Cambria Math" panose="02040503050406030204" pitchFamily="18" charset="0"/>
                            </a:rPr>
                            <m:t>𝑠</m:t>
                          </m:r>
                        </m:sup>
                      </m:sSup>
                      <m:r>
                        <a:rPr lang="pt-BR" altLang="zh-CN" i="1" dirty="0" smtClean="0">
                          <a:latin typeface="Cambria Math" panose="02040503050406030204" pitchFamily="18" charset="0"/>
                        </a:rPr>
                        <m:t>))</m:t>
                      </m:r>
                    </m:oMath>
                  </m:oMathPara>
                </a14:m>
                <a:endParaRPr lang="zh-CN" altLang="en-US" dirty="0"/>
              </a:p>
            </p:txBody>
          </p:sp>
        </mc:Choice>
        <mc:Fallback xmlns="">
          <p:sp>
            <p:nvSpPr>
              <p:cNvPr id="35" name="文本框 34">
                <a:extLst>
                  <a:ext uri="{FF2B5EF4-FFF2-40B4-BE49-F238E27FC236}">
                    <a16:creationId xmlns:a16="http://schemas.microsoft.com/office/drawing/2014/main" id="{25B80459-CC0A-CC3F-BBA0-D9F077DC4A89}"/>
                  </a:ext>
                </a:extLst>
              </p:cNvPr>
              <p:cNvSpPr txBox="1">
                <a:spLocks noRot="1" noChangeAspect="1" noMove="1" noResize="1" noEditPoints="1" noAdjustHandles="1" noChangeArrowheads="1" noChangeShapeType="1" noTextEdit="1"/>
              </p:cNvSpPr>
              <p:nvPr/>
            </p:nvSpPr>
            <p:spPr>
              <a:xfrm>
                <a:off x="7140176" y="5925667"/>
                <a:ext cx="6096000" cy="369332"/>
              </a:xfrm>
              <a:prstGeom prst="rect">
                <a:avLst/>
              </a:prstGeom>
              <a:blipFill>
                <a:blip r:embed="rId6"/>
                <a:stretch>
                  <a:fillRect b="-14754"/>
                </a:stretch>
              </a:blipFill>
            </p:spPr>
            <p:txBody>
              <a:bodyPr/>
              <a:lstStyle/>
              <a:p>
                <a:r>
                  <a:rPr lang="zh-CN" altLang="en-US">
                    <a:noFill/>
                  </a:rPr>
                  <a:t> </a:t>
                </a:r>
              </a:p>
            </p:txBody>
          </p:sp>
        </mc:Fallback>
      </mc:AlternateContent>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îŝḷiḋé"/>
        <p:cNvGrpSpPr/>
        <p:nvPr/>
      </p:nvGrpSpPr>
      <p:grpSpPr>
        <a:xfrm>
          <a:off x="0" y="0"/>
          <a:ext cx="0" cy="0"/>
          <a:chOff x="0" y="0"/>
          <a:chExt cx="0" cy="0"/>
        </a:xfrm>
      </p:grpSpPr>
      <p:sp>
        <p:nvSpPr>
          <p:cNvPr id="2" name="íšľïḑé"/>
          <p:cNvSpPr>
            <a:spLocks noGrp="1"/>
          </p:cNvSpPr>
          <p:nvPr>
            <p:ph type="title"/>
          </p:nvPr>
        </p:nvSpPr>
        <p:spPr/>
        <p:txBody>
          <a:bodyPr/>
          <a:lstStyle/>
          <a:p>
            <a:r>
              <a:rPr lang="zh-CN" altLang="en-US" dirty="0">
                <a:latin typeface="+mn-lt"/>
                <a:ea typeface="+mn-ea"/>
                <a:cs typeface="+mn-ea"/>
                <a:sym typeface="+mn-lt"/>
              </a:rPr>
              <a:t>模型架构</a:t>
            </a:r>
          </a:p>
        </p:txBody>
      </p:sp>
      <p:sp>
        <p:nvSpPr>
          <p:cNvPr id="3" name="iśḻiḍe"/>
          <p:cNvSpPr>
            <a:spLocks noGrp="1"/>
          </p:cNvSpPr>
          <p:nvPr>
            <p:ph type="sldNum" sz="quarter" idx="12"/>
          </p:nvPr>
        </p:nvSpPr>
        <p:spPr/>
        <p:txBody>
          <a:bodyPr/>
          <a:lstStyle/>
          <a:p>
            <a:fld id="{7F65B630-C7FF-41C0-9923-C5E5E29EED81}" type="slidenum">
              <a:rPr lang="zh-CN" altLang="en-US" smtClean="0">
                <a:cs typeface="+mn-ea"/>
                <a:sym typeface="+mn-lt"/>
              </a:rPr>
              <a:t>11</a:t>
            </a:fld>
            <a:endParaRPr lang="zh-CN" altLang="en-US">
              <a:cs typeface="+mn-ea"/>
              <a:sym typeface="+mn-lt"/>
            </a:endParaRPr>
          </a:p>
        </p:txBody>
      </p:sp>
      <p:grpSp>
        <p:nvGrpSpPr>
          <p:cNvPr id="4" name="îṡḷídê"/>
          <p:cNvGrpSpPr/>
          <p:nvPr/>
        </p:nvGrpSpPr>
        <p:grpSpPr>
          <a:xfrm>
            <a:off x="924232" y="1418445"/>
            <a:ext cx="10343535" cy="4201930"/>
            <a:chOff x="924232" y="998720"/>
            <a:chExt cx="10343535" cy="4201930"/>
          </a:xfrm>
        </p:grpSpPr>
        <p:sp>
          <p:nvSpPr>
            <p:cNvPr id="5" name="iṥļïďè"/>
            <p:cNvSpPr/>
            <p:nvPr/>
          </p:nvSpPr>
          <p:spPr>
            <a:xfrm>
              <a:off x="5481638" y="2414588"/>
              <a:ext cx="1228725" cy="1228725"/>
            </a:xfrm>
            <a:prstGeom prst="ellipse">
              <a:avLst/>
            </a:prstGeom>
            <a:gradFill>
              <a:gsLst>
                <a:gs pos="0">
                  <a:schemeClr val="accent4"/>
                </a:gs>
                <a:gs pos="50000">
                  <a:schemeClr val="accent3"/>
                </a:gs>
              </a:gsLst>
              <a:lin ang="270000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2000" b="1" dirty="0">
                <a:solidFill>
                  <a:srgbClr val="FFFFFF"/>
                </a:solidFill>
                <a:cs typeface="+mn-ea"/>
                <a:sym typeface="+mn-lt"/>
              </a:endParaRPr>
            </a:p>
          </p:txBody>
        </p:sp>
        <p:sp>
          <p:nvSpPr>
            <p:cNvPr id="6" name="íṡ1íḓé"/>
            <p:cNvSpPr/>
            <p:nvPr/>
          </p:nvSpPr>
          <p:spPr>
            <a:xfrm>
              <a:off x="3591541" y="3341217"/>
              <a:ext cx="1228725" cy="1228725"/>
            </a:xfrm>
            <a:prstGeom prst="ellipse">
              <a:avLst/>
            </a:prstGeom>
            <a:gradFill>
              <a:gsLst>
                <a:gs pos="0">
                  <a:schemeClr val="accent1"/>
                </a:gs>
                <a:gs pos="50000">
                  <a:schemeClr val="accent2"/>
                </a:gs>
              </a:gsLst>
              <a:lin ang="270000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2000" b="1">
                <a:solidFill>
                  <a:srgbClr val="FFFFFF"/>
                </a:solidFill>
                <a:cs typeface="+mn-ea"/>
                <a:sym typeface="+mn-lt"/>
              </a:endParaRPr>
            </a:p>
          </p:txBody>
        </p:sp>
        <p:sp>
          <p:nvSpPr>
            <p:cNvPr id="7" name="îṣlîḓé"/>
            <p:cNvSpPr/>
            <p:nvPr/>
          </p:nvSpPr>
          <p:spPr>
            <a:xfrm>
              <a:off x="7371734" y="3341217"/>
              <a:ext cx="1228725" cy="1228725"/>
            </a:xfrm>
            <a:prstGeom prst="ellipse">
              <a:avLst/>
            </a:prstGeom>
            <a:gradFill>
              <a:gsLst>
                <a:gs pos="0">
                  <a:schemeClr val="accent1"/>
                </a:gs>
                <a:gs pos="50000">
                  <a:schemeClr val="accent2"/>
                </a:gs>
              </a:gsLst>
              <a:lin ang="270000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2000" b="1">
                <a:solidFill>
                  <a:srgbClr val="FFFFFF"/>
                </a:solidFill>
                <a:cs typeface="+mn-ea"/>
                <a:sym typeface="+mn-lt"/>
              </a:endParaRPr>
            </a:p>
          </p:txBody>
        </p:sp>
        <p:sp>
          <p:nvSpPr>
            <p:cNvPr id="8" name="i$ľíḋé"/>
            <p:cNvSpPr/>
            <p:nvPr/>
          </p:nvSpPr>
          <p:spPr>
            <a:xfrm>
              <a:off x="3989161" y="3093811"/>
              <a:ext cx="4213678" cy="2106839"/>
            </a:xfrm>
            <a:custGeom>
              <a:avLst/>
              <a:gdLst>
                <a:gd name="connsiteX0" fmla="*/ 2106839 w 4213678"/>
                <a:gd name="connsiteY0" fmla="*/ 0 h 2106839"/>
                <a:gd name="connsiteX1" fmla="*/ 4213678 w 4213678"/>
                <a:gd name="connsiteY1" fmla="*/ 2106839 h 2106839"/>
                <a:gd name="connsiteX2" fmla="*/ 0 w 4213678"/>
                <a:gd name="connsiteY2" fmla="*/ 2106839 h 2106839"/>
                <a:gd name="connsiteX3" fmla="*/ 2106839 w 4213678"/>
                <a:gd name="connsiteY3" fmla="*/ 0 h 2106839"/>
              </a:gdLst>
              <a:ahLst/>
              <a:cxnLst>
                <a:cxn ang="0">
                  <a:pos x="connsiteX0" y="connsiteY0"/>
                </a:cxn>
                <a:cxn ang="0">
                  <a:pos x="connsiteX1" y="connsiteY1"/>
                </a:cxn>
                <a:cxn ang="0">
                  <a:pos x="connsiteX2" y="connsiteY2"/>
                </a:cxn>
                <a:cxn ang="0">
                  <a:pos x="connsiteX3" y="connsiteY3"/>
                </a:cxn>
              </a:cxnLst>
              <a:rect l="l" t="t" r="r" b="b"/>
              <a:pathLst>
                <a:path w="4213678" h="2106839">
                  <a:moveTo>
                    <a:pt x="2106839" y="0"/>
                  </a:moveTo>
                  <a:cubicBezTo>
                    <a:pt x="3270414" y="0"/>
                    <a:pt x="4213678" y="943264"/>
                    <a:pt x="4213678" y="2106839"/>
                  </a:cubicBezTo>
                  <a:lnTo>
                    <a:pt x="0" y="2106839"/>
                  </a:lnTo>
                  <a:cubicBezTo>
                    <a:pt x="0" y="943264"/>
                    <a:pt x="943264" y="0"/>
                    <a:pt x="2106839" y="0"/>
                  </a:cubicBezTo>
                  <a:close/>
                </a:path>
              </a:pathLst>
            </a:custGeom>
            <a:solidFill>
              <a:srgbClr val="FFFFFF"/>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72000" rIns="91440" bIns="0" numCol="1" spcCol="0" rtlCol="0" fromWordArt="0" anchor="ctr" anchorCtr="0" forceAA="0" compatLnSpc="1">
              <a:noAutofit/>
            </a:bodyPr>
            <a:lstStyle/>
            <a:p>
              <a:pPr algn="ctr" defTabSz="914400"/>
              <a:endParaRPr lang="zh-CN" altLang="en-US" sz="2400" b="1" dirty="0">
                <a:solidFill>
                  <a:schemeClr val="bg1"/>
                </a:solidFill>
                <a:cs typeface="+mn-ea"/>
                <a:sym typeface="+mn-lt"/>
              </a:endParaRPr>
            </a:p>
          </p:txBody>
        </p:sp>
        <p:sp>
          <p:nvSpPr>
            <p:cNvPr id="9" name="ïṥliḓê"/>
            <p:cNvSpPr txBox="1"/>
            <p:nvPr/>
          </p:nvSpPr>
          <p:spPr>
            <a:xfrm>
              <a:off x="3757676" y="3595176"/>
              <a:ext cx="585417" cy="523220"/>
            </a:xfrm>
            <a:prstGeom prst="rect">
              <a:avLst/>
            </a:prstGeom>
            <a:noFill/>
          </p:spPr>
          <p:txBody>
            <a:bodyPr wrap="square" rtlCol="0">
              <a:spAutoFit/>
            </a:bodyPr>
            <a:lstStyle/>
            <a:p>
              <a:pPr algn="ctr"/>
              <a:r>
                <a:rPr lang="en-US" altLang="zh-CN" sz="2800" b="1" i="1" dirty="0">
                  <a:solidFill>
                    <a:srgbClr val="FFFFFF"/>
                  </a:solidFill>
                  <a:cs typeface="+mn-ea"/>
                  <a:sym typeface="+mn-lt"/>
                </a:rPr>
                <a:t>02</a:t>
              </a:r>
              <a:endParaRPr lang="zh-CN" altLang="en-US" sz="2800" b="1" i="1" dirty="0">
                <a:solidFill>
                  <a:srgbClr val="FFFFFF"/>
                </a:solidFill>
                <a:cs typeface="+mn-ea"/>
                <a:sym typeface="+mn-lt"/>
              </a:endParaRPr>
            </a:p>
          </p:txBody>
        </p:sp>
        <p:sp>
          <p:nvSpPr>
            <p:cNvPr id="10" name="íṡḷïdê"/>
            <p:cNvSpPr txBox="1"/>
            <p:nvPr/>
          </p:nvSpPr>
          <p:spPr>
            <a:xfrm>
              <a:off x="5803291" y="2549249"/>
              <a:ext cx="585418" cy="523220"/>
            </a:xfrm>
            <a:prstGeom prst="rect">
              <a:avLst/>
            </a:prstGeom>
            <a:noFill/>
          </p:spPr>
          <p:txBody>
            <a:bodyPr wrap="none" rtlCol="0">
              <a:spAutoFit/>
            </a:bodyPr>
            <a:lstStyle/>
            <a:p>
              <a:pPr algn="ctr"/>
              <a:r>
                <a:rPr lang="en-US" altLang="zh-CN" sz="2800" b="1" i="1" dirty="0">
                  <a:solidFill>
                    <a:srgbClr val="FFFFFF"/>
                  </a:solidFill>
                  <a:cs typeface="+mn-ea"/>
                  <a:sym typeface="+mn-lt"/>
                </a:rPr>
                <a:t>03</a:t>
              </a:r>
              <a:endParaRPr lang="zh-CN" altLang="en-US" sz="2800" b="1" i="1" dirty="0">
                <a:solidFill>
                  <a:srgbClr val="FFFFFF"/>
                </a:solidFill>
                <a:cs typeface="+mn-ea"/>
                <a:sym typeface="+mn-lt"/>
              </a:endParaRPr>
            </a:p>
          </p:txBody>
        </p:sp>
        <p:sp>
          <p:nvSpPr>
            <p:cNvPr id="11" name="iṥ1iḍe"/>
            <p:cNvSpPr txBox="1"/>
            <p:nvPr/>
          </p:nvSpPr>
          <p:spPr>
            <a:xfrm>
              <a:off x="7801071" y="3595176"/>
              <a:ext cx="585417" cy="523220"/>
            </a:xfrm>
            <a:prstGeom prst="rect">
              <a:avLst/>
            </a:prstGeom>
            <a:noFill/>
          </p:spPr>
          <p:txBody>
            <a:bodyPr wrap="square" rtlCol="0">
              <a:spAutoFit/>
            </a:bodyPr>
            <a:lstStyle/>
            <a:p>
              <a:pPr algn="ctr"/>
              <a:r>
                <a:rPr lang="en-US" altLang="zh-CN" sz="2800" b="1" i="1" dirty="0">
                  <a:solidFill>
                    <a:srgbClr val="FFFFFF"/>
                  </a:solidFill>
                  <a:cs typeface="+mn-ea"/>
                  <a:sym typeface="+mn-lt"/>
                </a:rPr>
                <a:t>04</a:t>
              </a:r>
              <a:endParaRPr lang="zh-CN" altLang="en-US" sz="2800" b="1" i="1" dirty="0">
                <a:solidFill>
                  <a:srgbClr val="FFFFFF"/>
                </a:solidFill>
                <a:cs typeface="+mn-ea"/>
                <a:sym typeface="+mn-lt"/>
              </a:endParaRPr>
            </a:p>
          </p:txBody>
        </p:sp>
        <p:sp>
          <p:nvSpPr>
            <p:cNvPr id="13" name="íşļíḑé"/>
            <p:cNvSpPr txBox="1"/>
            <p:nvPr/>
          </p:nvSpPr>
          <p:spPr>
            <a:xfrm>
              <a:off x="924232" y="3746859"/>
              <a:ext cx="2544365" cy="1023357"/>
            </a:xfrm>
            <a:prstGeom prst="rect">
              <a:avLst/>
            </a:prstGeom>
          </p:spPr>
          <p:txBody>
            <a:bodyPr wrap="square" rtlCol="0">
              <a:spAutoFit/>
            </a:bodyPr>
            <a:lstStyle>
              <a:defPPr>
                <a:defRPr lang="zh-CN"/>
              </a:defPPr>
              <a:lvl1pPr>
                <a:lnSpc>
                  <a:spcPts val="1500"/>
                </a:lnSpc>
                <a:defRPr sz="900"/>
              </a:lvl1p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lt1">
                      <a:alpha val="70000"/>
                    </a:schemeClr>
                  </a:solidFill>
                  <a:effectLst/>
                  <a:uLnTx/>
                  <a:uFillTx/>
                  <a:cs typeface="+mn-ea"/>
                  <a:sym typeface="+mn-lt"/>
                </a:rPr>
                <a:t>支持非相邻位置和非连续访问的交互，显式建模时空影响，解决了传统</a:t>
              </a:r>
              <a:r>
                <a:rPr kumimoji="0" lang="en-US" altLang="zh-CN" sz="1400" b="0" i="0" u="none" strike="noStrike" kern="1200" cap="none" spc="0" normalizeH="0" baseline="0" noProof="0" dirty="0">
                  <a:ln>
                    <a:noFill/>
                  </a:ln>
                  <a:solidFill>
                    <a:schemeClr val="lt1">
                      <a:alpha val="70000"/>
                    </a:schemeClr>
                  </a:solidFill>
                  <a:effectLst/>
                  <a:uLnTx/>
                  <a:uFillTx/>
                  <a:cs typeface="+mn-ea"/>
                  <a:sym typeface="+mn-lt"/>
                </a:rPr>
                <a:t>RNN</a:t>
              </a:r>
              <a:r>
                <a:rPr kumimoji="0" lang="zh-CN" altLang="en-US" sz="1400" b="0" i="0" u="none" strike="noStrike" kern="1200" cap="none" spc="0" normalizeH="0" baseline="0" noProof="0" dirty="0">
                  <a:ln>
                    <a:noFill/>
                  </a:ln>
                  <a:solidFill>
                    <a:schemeClr val="lt1">
                      <a:alpha val="70000"/>
                    </a:schemeClr>
                  </a:solidFill>
                  <a:effectLst/>
                  <a:uLnTx/>
                  <a:uFillTx/>
                  <a:cs typeface="+mn-ea"/>
                  <a:sym typeface="+mn-lt"/>
                </a:rPr>
                <a:t>的长依赖问题。</a:t>
              </a:r>
            </a:p>
          </p:txBody>
        </p:sp>
        <p:sp>
          <p:nvSpPr>
            <p:cNvPr id="14" name="ïsḷiḋê"/>
            <p:cNvSpPr txBox="1"/>
            <p:nvPr/>
          </p:nvSpPr>
          <p:spPr>
            <a:xfrm>
              <a:off x="8723928" y="3759955"/>
              <a:ext cx="2543839" cy="1023357"/>
            </a:xfrm>
            <a:prstGeom prst="rect">
              <a:avLst/>
            </a:prstGeom>
          </p:spPr>
          <p:txBody>
            <a:bodyPr wrap="square" rtlCol="0">
              <a:spAutoFit/>
            </a:bodyPr>
            <a:lstStyle>
              <a:defPPr>
                <a:defRPr lang="zh-CN"/>
              </a:defPPr>
              <a:lvl1pPr>
                <a:lnSpc>
                  <a:spcPts val="1500"/>
                </a:lnSpc>
                <a:defRPr sz="900"/>
              </a:lvl1pPr>
            </a:lstStyle>
            <a:p>
              <a:pPr marL="0" marR="0" lvl="0" indent="0"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lt1">
                      <a:alpha val="70000"/>
                    </a:schemeClr>
                  </a:solidFill>
                  <a:effectLst/>
                  <a:uLnTx/>
                  <a:uFillTx/>
                  <a:cs typeface="+mn-ea"/>
                  <a:sym typeface="+mn-lt"/>
                </a:rPr>
                <a:t>提升训练效率，避免普通交叉熵的稀疏梯度问题，实验表明召回率显著提高（</a:t>
              </a:r>
              <a:r>
                <a:rPr kumimoji="0" lang="en-US" altLang="zh-CN" sz="1400" b="0" i="0" u="none" strike="noStrike" kern="1200" cap="none" spc="0" normalizeH="0" baseline="0" noProof="0" dirty="0">
                  <a:ln>
                    <a:noFill/>
                  </a:ln>
                  <a:solidFill>
                    <a:schemeClr val="lt1">
                      <a:alpha val="70000"/>
                    </a:schemeClr>
                  </a:solidFill>
                  <a:effectLst/>
                  <a:uLnTx/>
                  <a:uFillTx/>
                  <a:cs typeface="+mn-ea"/>
                  <a:sym typeface="+mn-lt"/>
                </a:rPr>
                <a:t>5-12%</a:t>
              </a:r>
              <a:r>
                <a:rPr kumimoji="0" lang="zh-CN" altLang="en-US" sz="1400" b="0" i="0" u="none" strike="noStrike" kern="1200" cap="none" spc="0" normalizeH="0" baseline="0" noProof="0" dirty="0">
                  <a:ln>
                    <a:noFill/>
                  </a:ln>
                  <a:solidFill>
                    <a:schemeClr val="lt1">
                      <a:alpha val="70000"/>
                    </a:schemeClr>
                  </a:solidFill>
                  <a:effectLst/>
                  <a:uLnTx/>
                  <a:uFillTx/>
                  <a:cs typeface="+mn-ea"/>
                  <a:sym typeface="+mn-lt"/>
                </a:rPr>
                <a:t>）</a:t>
              </a:r>
            </a:p>
          </p:txBody>
        </p:sp>
        <p:sp>
          <p:nvSpPr>
            <p:cNvPr id="15" name="íṧlïdè"/>
            <p:cNvSpPr txBox="1"/>
            <p:nvPr/>
          </p:nvSpPr>
          <p:spPr>
            <a:xfrm>
              <a:off x="4735479" y="1391231"/>
              <a:ext cx="2750573" cy="1023357"/>
            </a:xfrm>
            <a:prstGeom prst="rect">
              <a:avLst/>
            </a:prstGeom>
          </p:spPr>
          <p:txBody>
            <a:bodyPr wrap="square" rtlCol="0">
              <a:spAutoFit/>
            </a:bodyPr>
            <a:lstStyle>
              <a:defPPr>
                <a:defRPr lang="zh-CN"/>
              </a:defPPr>
              <a:lvl1pPr>
                <a:lnSpc>
                  <a:spcPts val="1500"/>
                </a:lnSpc>
                <a:defRPr sz="900"/>
              </a:lvl1p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lt1">
                      <a:alpha val="70000"/>
                    </a:schemeClr>
                  </a:solidFill>
                  <a:effectLst/>
                  <a:uLnTx/>
                  <a:uFillTx/>
                  <a:cs typeface="+mn-ea"/>
                  <a:sym typeface="+mn-lt"/>
                </a:rPr>
                <a:t>通过双层注意力架构保留重复访问的权重，避免传统自注意力模型因归一化丢失</a:t>
              </a:r>
              <a:r>
                <a:rPr kumimoji="0" lang="en-US" altLang="zh-CN" sz="1400" b="0" i="0" u="none" strike="noStrike" kern="1200" cap="none" spc="0" normalizeH="0" baseline="0" noProof="0" dirty="0">
                  <a:ln>
                    <a:noFill/>
                  </a:ln>
                  <a:solidFill>
                    <a:schemeClr val="lt1">
                      <a:alpha val="70000"/>
                    </a:schemeClr>
                  </a:solidFill>
                  <a:effectLst/>
                  <a:uLnTx/>
                  <a:uFillTx/>
                  <a:cs typeface="+mn-ea"/>
                  <a:sym typeface="+mn-lt"/>
                </a:rPr>
                <a:t>PIF</a:t>
              </a:r>
              <a:r>
                <a:rPr kumimoji="0" lang="zh-CN" altLang="en-US" sz="1400" b="0" i="0" u="none" strike="noStrike" kern="1200" cap="none" spc="0" normalizeH="0" baseline="0" noProof="0" dirty="0">
                  <a:ln>
                    <a:noFill/>
                  </a:ln>
                  <a:solidFill>
                    <a:schemeClr val="lt1">
                      <a:alpha val="70000"/>
                    </a:schemeClr>
                  </a:solidFill>
                  <a:effectLst/>
                  <a:uLnTx/>
                  <a:uFillTx/>
                  <a:cs typeface="+mn-ea"/>
                  <a:sym typeface="+mn-lt"/>
                </a:rPr>
                <a:t>信息的问题。</a:t>
              </a:r>
            </a:p>
          </p:txBody>
        </p:sp>
        <p:sp>
          <p:nvSpPr>
            <p:cNvPr id="17" name="iśļíḓè"/>
            <p:cNvSpPr txBox="1"/>
            <p:nvPr/>
          </p:nvSpPr>
          <p:spPr>
            <a:xfrm>
              <a:off x="1229032" y="3379122"/>
              <a:ext cx="2239039" cy="400110"/>
            </a:xfrm>
            <a:prstGeom prst="rect">
              <a:avLst/>
            </a:prstGeom>
            <a:noFill/>
          </p:spPr>
          <p:txBody>
            <a:bodyPr wrap="square" rtlCol="0">
              <a:spAutoFit/>
            </a:bodyPr>
            <a:lstStyle/>
            <a:p>
              <a:pPr algn="ctr"/>
              <a:r>
                <a:rPr lang="zh-CN" altLang="en-US" sz="2000" b="1" dirty="0">
                  <a:cs typeface="+mn-ea"/>
                  <a:sym typeface="+mn-lt"/>
                </a:rPr>
                <a:t>自注意力嵌合层</a:t>
              </a:r>
              <a:endParaRPr lang="en-US" altLang="zh-CN" sz="2000" b="1" dirty="0">
                <a:cs typeface="+mn-ea"/>
                <a:sym typeface="+mn-lt"/>
              </a:endParaRPr>
            </a:p>
          </p:txBody>
        </p:sp>
        <p:sp>
          <p:nvSpPr>
            <p:cNvPr id="18" name="ïŝļíḍe"/>
            <p:cNvSpPr txBox="1"/>
            <p:nvPr/>
          </p:nvSpPr>
          <p:spPr>
            <a:xfrm>
              <a:off x="8723928" y="3379122"/>
              <a:ext cx="1664255" cy="400110"/>
            </a:xfrm>
            <a:prstGeom prst="rect">
              <a:avLst/>
            </a:prstGeom>
            <a:noFill/>
          </p:spPr>
          <p:txBody>
            <a:bodyPr wrap="square" rtlCol="0">
              <a:spAutoFit/>
            </a:bodyPr>
            <a:lstStyle/>
            <a:p>
              <a:r>
                <a:rPr lang="zh-CN" altLang="en-US" sz="2000" b="1" dirty="0">
                  <a:cs typeface="+mn-ea"/>
                  <a:sym typeface="+mn-lt"/>
                </a:rPr>
                <a:t>平衡采样器</a:t>
              </a:r>
              <a:endParaRPr lang="en-US" altLang="zh-CN" sz="2000" b="1" dirty="0">
                <a:cs typeface="+mn-ea"/>
                <a:sym typeface="+mn-lt"/>
              </a:endParaRPr>
            </a:p>
          </p:txBody>
        </p:sp>
        <p:sp>
          <p:nvSpPr>
            <p:cNvPr id="19" name="îSḷíďè"/>
            <p:cNvSpPr txBox="1"/>
            <p:nvPr/>
          </p:nvSpPr>
          <p:spPr>
            <a:xfrm>
              <a:off x="4820266" y="998720"/>
              <a:ext cx="2551464" cy="400110"/>
            </a:xfrm>
            <a:prstGeom prst="rect">
              <a:avLst/>
            </a:prstGeom>
            <a:noFill/>
          </p:spPr>
          <p:txBody>
            <a:bodyPr wrap="square" rtlCol="0">
              <a:spAutoFit/>
            </a:bodyPr>
            <a:lstStyle/>
            <a:p>
              <a:pPr algn="ctr"/>
              <a:r>
                <a:rPr lang="zh-CN" altLang="en-US" sz="2000" b="1" dirty="0">
                  <a:cs typeface="+mn-ea"/>
                  <a:sym typeface="+mn-lt"/>
                </a:rPr>
                <a:t>注意力匹配层</a:t>
              </a:r>
              <a:endParaRPr lang="en-US" altLang="zh-CN" sz="2000" b="1" dirty="0">
                <a:cs typeface="+mn-ea"/>
                <a:sym typeface="+mn-lt"/>
              </a:endParaRPr>
            </a:p>
          </p:txBody>
        </p:sp>
      </p:grpSp>
      <p:pic>
        <p:nvPicPr>
          <p:cNvPr id="12" name="图片 11">
            <a:extLst>
              <a:ext uri="{FF2B5EF4-FFF2-40B4-BE49-F238E27FC236}">
                <a16:creationId xmlns:a16="http://schemas.microsoft.com/office/drawing/2014/main" id="{369DA7A6-616B-F0F2-F395-20D057426909}"/>
              </a:ext>
            </a:extLst>
          </p:cNvPr>
          <p:cNvPicPr>
            <a:picLocks noChangeAspect="1"/>
          </p:cNvPicPr>
          <p:nvPr/>
        </p:nvPicPr>
        <p:blipFill>
          <a:blip r:embed="rId3" cstate="print">
            <a:extLst>
              <a:ext uri="{28A0092B-C50C-407E-A947-70E740481C1C}">
                <a14:useLocalDpi xmlns:a14="http://schemas.microsoft.com/office/drawing/2010/main" val="0"/>
              </a:ext>
            </a:extLst>
          </a:blip>
          <a:srcRect l="3144" t="15001" r="3323" b="15268"/>
          <a:stretch/>
        </p:blipFill>
        <p:spPr>
          <a:xfrm>
            <a:off x="4384920" y="3996418"/>
            <a:ext cx="3451693" cy="1608063"/>
          </a:xfrm>
          <a:prstGeom prst="rect">
            <a:avLst/>
          </a:prstGeom>
        </p:spPr>
      </p:pic>
      <mc:AlternateContent xmlns:mc="http://schemas.openxmlformats.org/markup-compatibility/2006" xmlns:a14="http://schemas.microsoft.com/office/drawing/2010/main">
        <mc:Choice Requires="a14">
          <p:sp>
            <p:nvSpPr>
              <p:cNvPr id="16" name="Rectangle 1">
                <a:extLst>
                  <a:ext uri="{FF2B5EF4-FFF2-40B4-BE49-F238E27FC236}">
                    <a16:creationId xmlns:a16="http://schemas.microsoft.com/office/drawing/2014/main" id="{3EF3692F-5499-B073-8674-172997A299DB}"/>
                  </a:ext>
                </a:extLst>
              </p:cNvPr>
              <p:cNvSpPr>
                <a:spLocks noChangeArrowheads="1"/>
              </p:cNvSpPr>
              <p:nvPr/>
            </p:nvSpPr>
            <p:spPr bwMode="auto">
              <a:xfrm>
                <a:off x="6163" y="5584041"/>
                <a:ext cx="6253316" cy="38888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r>
                        <a:rPr kumimoji="0" lang="zh-CN" altLang="zh-CN" sz="1800" b="0" i="1" u="none" strike="noStrike" cap="none" normalizeH="0" baseline="0" dirty="0" smtClean="0">
                          <a:ln>
                            <a:noFill/>
                          </a:ln>
                          <a:solidFill>
                            <a:schemeClr val="tx1"/>
                          </a:solidFill>
                          <a:effectLst/>
                          <a:latin typeface="Cambria Math" panose="02040503050406030204" pitchFamily="18" charset="0"/>
                        </a:rPr>
                        <m:t>𝑆</m:t>
                      </m:r>
                      <m:r>
                        <a:rPr kumimoji="0" lang="zh-CN" altLang="zh-CN" sz="1800" b="0" i="1" u="none" strike="noStrike" cap="none" normalizeH="0" baseline="0" dirty="0" smtClean="0">
                          <a:ln>
                            <a:noFill/>
                          </a:ln>
                          <a:solidFill>
                            <a:schemeClr val="tx1"/>
                          </a:solidFill>
                          <a:effectLst/>
                          <a:latin typeface="Cambria Math" panose="02040503050406030204" pitchFamily="18" charset="0"/>
                        </a:rPr>
                        <m:t>(</m:t>
                      </m:r>
                      <m:r>
                        <a:rPr kumimoji="0" lang="zh-CN" altLang="zh-CN" sz="1800" b="0" i="1" u="none" strike="noStrike" cap="none" normalizeH="0" baseline="0" dirty="0" smtClean="0">
                          <a:ln>
                            <a:noFill/>
                          </a:ln>
                          <a:solidFill>
                            <a:schemeClr val="tx1"/>
                          </a:solidFill>
                          <a:effectLst/>
                          <a:latin typeface="Cambria Math" panose="02040503050406030204" pitchFamily="18" charset="0"/>
                        </a:rPr>
                        <m:t>𝑢</m:t>
                      </m:r>
                      <m:r>
                        <a:rPr kumimoji="0" lang="zh-CN" altLang="zh-CN" sz="1800" b="0" i="1" u="none" strike="noStrike" cap="none" normalizeH="0" baseline="0" dirty="0" smtClean="0">
                          <a:ln>
                            <a:noFill/>
                          </a:ln>
                          <a:solidFill>
                            <a:schemeClr val="tx1"/>
                          </a:solidFill>
                          <a:effectLst/>
                          <a:latin typeface="Cambria Math" panose="02040503050406030204" pitchFamily="18" charset="0"/>
                        </a:rPr>
                        <m:t>)=</m:t>
                      </m:r>
                      <m:r>
                        <a:rPr kumimoji="0" lang="zh-CN" altLang="zh-CN" sz="1800" b="0" i="1" u="none" strike="noStrike" cap="none" normalizeH="0" baseline="0" dirty="0" smtClean="0">
                          <a:ln>
                            <a:noFill/>
                          </a:ln>
                          <a:solidFill>
                            <a:schemeClr val="tx1"/>
                          </a:solidFill>
                          <a:effectLst/>
                          <a:latin typeface="Cambria Math" panose="02040503050406030204" pitchFamily="18" charset="0"/>
                        </a:rPr>
                        <m:t>𝐴𝑡𝑡𝑒𝑛𝑡𝑖𝑜𝑛</m:t>
                      </m:r>
                      <m:r>
                        <a:rPr kumimoji="0" lang="zh-CN" altLang="zh-CN" sz="1800" b="0" i="1" u="none" strike="noStrike" cap="none" normalizeH="0" baseline="0" dirty="0" smtClean="0">
                          <a:ln>
                            <a:noFill/>
                          </a:ln>
                          <a:solidFill>
                            <a:schemeClr val="tx1"/>
                          </a:solidFill>
                          <a:effectLst/>
                          <a:latin typeface="Cambria Math" panose="02040503050406030204" pitchFamily="18" charset="0"/>
                        </a:rPr>
                        <m:t>(</m:t>
                      </m:r>
                      <m:r>
                        <a:rPr kumimoji="0" lang="zh-CN" altLang="zh-CN" sz="1800" b="0" i="1" u="none" strike="noStrike" cap="none" normalizeH="0" baseline="0" dirty="0" smtClean="0">
                          <a:ln>
                            <a:noFill/>
                          </a:ln>
                          <a:solidFill>
                            <a:schemeClr val="tx1"/>
                          </a:solidFill>
                          <a:effectLst/>
                          <a:latin typeface="Cambria Math" panose="02040503050406030204" pitchFamily="18" charset="0"/>
                        </a:rPr>
                        <m:t>𝐸</m:t>
                      </m:r>
                      <m:r>
                        <a:rPr kumimoji="0" lang="zh-CN" altLang="zh-CN" sz="1800" b="0" i="1" u="none" strike="noStrike" cap="none" normalizeH="0" baseline="0" dirty="0" smtClean="0">
                          <a:ln>
                            <a:noFill/>
                          </a:ln>
                          <a:solidFill>
                            <a:schemeClr val="tx1"/>
                          </a:solidFill>
                          <a:effectLst/>
                          <a:latin typeface="Cambria Math" panose="02040503050406030204" pitchFamily="18" charset="0"/>
                        </a:rPr>
                        <m:t>(</m:t>
                      </m:r>
                      <m:r>
                        <a:rPr kumimoji="0" lang="zh-CN" altLang="zh-CN" sz="1800" b="0" i="1" u="none" strike="noStrike" cap="none" normalizeH="0" baseline="0" dirty="0" smtClean="0">
                          <a:ln>
                            <a:noFill/>
                          </a:ln>
                          <a:solidFill>
                            <a:schemeClr val="tx1"/>
                          </a:solidFill>
                          <a:effectLst/>
                          <a:latin typeface="Cambria Math" panose="02040503050406030204" pitchFamily="18" charset="0"/>
                        </a:rPr>
                        <m:t>𝑢</m:t>
                      </m:r>
                      <m:r>
                        <a:rPr kumimoji="0" lang="zh-CN" altLang="zh-CN" sz="1800" b="0" i="1" u="none" strike="noStrike" cap="none" normalizeH="0" baseline="0" dirty="0" smtClean="0">
                          <a:ln>
                            <a:noFill/>
                          </a:ln>
                          <a:solidFill>
                            <a:schemeClr val="tx1"/>
                          </a:solidFill>
                          <a:effectLst/>
                          <a:latin typeface="Cambria Math" panose="02040503050406030204" pitchFamily="18" charset="0"/>
                        </a:rPr>
                        <m:t>)</m:t>
                      </m:r>
                      <m:sSub>
                        <m:sSubPr>
                          <m:ctrlPr>
                            <a:rPr kumimoji="0" lang="en-US" altLang="zh-CN" sz="1800" b="0" i="1" u="none" strike="noStrike" cap="none" normalizeH="0" baseline="0" dirty="0" smtClean="0">
                              <a:ln>
                                <a:noFill/>
                              </a:ln>
                              <a:solidFill>
                                <a:schemeClr val="tx1"/>
                              </a:solidFill>
                              <a:effectLst/>
                              <a:latin typeface="Cambria Math" panose="02040503050406030204" pitchFamily="18" charset="0"/>
                            </a:rPr>
                          </m:ctrlPr>
                        </m:sSubPr>
                        <m:e>
                          <m:r>
                            <a:rPr lang="zh-CN" altLang="zh-CN" i="1" dirty="0">
                              <a:latin typeface="Cambria Math" panose="02040503050406030204" pitchFamily="18" charset="0"/>
                            </a:rPr>
                            <m:t>𝑊</m:t>
                          </m:r>
                        </m:e>
                        <m:sub>
                          <m:r>
                            <a:rPr lang="zh-CN" altLang="zh-CN" i="1" dirty="0">
                              <a:latin typeface="Cambria Math" panose="02040503050406030204" pitchFamily="18" charset="0"/>
                            </a:rPr>
                            <m:t>𝑄</m:t>
                          </m:r>
                        </m:sub>
                      </m:sSub>
                      <m:r>
                        <a:rPr kumimoji="0" lang="zh-CN" altLang="zh-CN" sz="1800" b="0" i="1" u="none" strike="noStrike" cap="none" normalizeH="0" baseline="0" dirty="0" smtClean="0">
                          <a:ln>
                            <a:noFill/>
                          </a:ln>
                          <a:solidFill>
                            <a:schemeClr val="tx1"/>
                          </a:solidFill>
                          <a:effectLst/>
                          <a:latin typeface="Cambria Math" panose="02040503050406030204" pitchFamily="18" charset="0"/>
                        </a:rPr>
                        <m:t> ​ ,</m:t>
                      </m:r>
                      <m:r>
                        <a:rPr kumimoji="0" lang="zh-CN" altLang="zh-CN" sz="1800" b="0" i="1" u="none" strike="noStrike" cap="none" normalizeH="0" baseline="0" dirty="0" smtClean="0">
                          <a:ln>
                            <a:noFill/>
                          </a:ln>
                          <a:solidFill>
                            <a:schemeClr val="tx1"/>
                          </a:solidFill>
                          <a:effectLst/>
                          <a:latin typeface="Cambria Math" panose="02040503050406030204" pitchFamily="18" charset="0"/>
                        </a:rPr>
                        <m:t>𝐸</m:t>
                      </m:r>
                      <m:r>
                        <a:rPr kumimoji="0" lang="zh-CN" altLang="zh-CN" sz="1800" b="0" i="1" u="none" strike="noStrike" cap="none" normalizeH="0" baseline="0" dirty="0" smtClean="0">
                          <a:ln>
                            <a:noFill/>
                          </a:ln>
                          <a:solidFill>
                            <a:schemeClr val="tx1"/>
                          </a:solidFill>
                          <a:effectLst/>
                          <a:latin typeface="Cambria Math" panose="02040503050406030204" pitchFamily="18" charset="0"/>
                        </a:rPr>
                        <m:t>(</m:t>
                      </m:r>
                      <m:r>
                        <a:rPr kumimoji="0" lang="zh-CN" altLang="zh-CN" sz="1800" b="0" i="1" u="none" strike="noStrike" cap="none" normalizeH="0" baseline="0" dirty="0" smtClean="0">
                          <a:ln>
                            <a:noFill/>
                          </a:ln>
                          <a:solidFill>
                            <a:schemeClr val="tx1"/>
                          </a:solidFill>
                          <a:effectLst/>
                          <a:latin typeface="Cambria Math" panose="02040503050406030204" pitchFamily="18" charset="0"/>
                        </a:rPr>
                        <m:t>𝑢</m:t>
                      </m:r>
                      <m:r>
                        <a:rPr kumimoji="0" lang="zh-CN" altLang="zh-CN" sz="1800" b="0" i="1" u="none" strike="noStrike" cap="none" normalizeH="0" baseline="0" dirty="0" smtClean="0">
                          <a:ln>
                            <a:noFill/>
                          </a:ln>
                          <a:solidFill>
                            <a:schemeClr val="tx1"/>
                          </a:solidFill>
                          <a:effectLst/>
                          <a:latin typeface="Cambria Math" panose="02040503050406030204" pitchFamily="18" charset="0"/>
                        </a:rPr>
                        <m:t>)</m:t>
                      </m:r>
                      <m:sSub>
                        <m:sSubPr>
                          <m:ctrlPr>
                            <a:rPr lang="en-US" altLang="zh-CN" i="1" dirty="0" smtClean="0">
                              <a:latin typeface="Cambria Math" panose="02040503050406030204" pitchFamily="18" charset="0"/>
                            </a:rPr>
                          </m:ctrlPr>
                        </m:sSubPr>
                        <m:e>
                          <m:r>
                            <a:rPr lang="zh-CN" altLang="zh-CN" i="1" dirty="0">
                              <a:latin typeface="Cambria Math" panose="02040503050406030204" pitchFamily="18" charset="0"/>
                            </a:rPr>
                            <m:t>𝑊</m:t>
                          </m:r>
                        </m:e>
                        <m:sub>
                          <m:r>
                            <a:rPr lang="zh-CN" altLang="zh-CN" i="1" dirty="0">
                              <a:latin typeface="Cambria Math" panose="02040503050406030204" pitchFamily="18" charset="0"/>
                            </a:rPr>
                            <m:t>𝐾</m:t>
                          </m:r>
                        </m:sub>
                      </m:sSub>
                      <m:r>
                        <a:rPr kumimoji="0" lang="zh-CN" altLang="zh-CN" sz="1800" b="0" i="1" u="none" strike="noStrike" cap="none" normalizeH="0" baseline="0" dirty="0" smtClean="0">
                          <a:ln>
                            <a:noFill/>
                          </a:ln>
                          <a:solidFill>
                            <a:schemeClr val="tx1"/>
                          </a:solidFill>
                          <a:effectLst/>
                          <a:latin typeface="Cambria Math" panose="02040503050406030204" pitchFamily="18" charset="0"/>
                        </a:rPr>
                        <m:t> ​ ,</m:t>
                      </m:r>
                      <m:r>
                        <a:rPr kumimoji="0" lang="zh-CN" altLang="zh-CN" sz="1800" b="0" i="1" u="none" strike="noStrike" cap="none" normalizeH="0" baseline="0" dirty="0" smtClean="0">
                          <a:ln>
                            <a:noFill/>
                          </a:ln>
                          <a:solidFill>
                            <a:schemeClr val="tx1"/>
                          </a:solidFill>
                          <a:effectLst/>
                          <a:latin typeface="Cambria Math" panose="02040503050406030204" pitchFamily="18" charset="0"/>
                        </a:rPr>
                        <m:t>𝐸</m:t>
                      </m:r>
                      <m:r>
                        <a:rPr kumimoji="0" lang="zh-CN" altLang="zh-CN" sz="1800" b="0" i="1" u="none" strike="noStrike" cap="none" normalizeH="0" baseline="0" dirty="0" smtClean="0">
                          <a:ln>
                            <a:noFill/>
                          </a:ln>
                          <a:solidFill>
                            <a:schemeClr val="tx1"/>
                          </a:solidFill>
                          <a:effectLst/>
                          <a:latin typeface="Cambria Math" panose="02040503050406030204" pitchFamily="18" charset="0"/>
                        </a:rPr>
                        <m:t>(</m:t>
                      </m:r>
                      <m:r>
                        <a:rPr kumimoji="0" lang="zh-CN" altLang="zh-CN" sz="1800" b="0" i="1" u="none" strike="noStrike" cap="none" normalizeH="0" baseline="0" dirty="0" smtClean="0">
                          <a:ln>
                            <a:noFill/>
                          </a:ln>
                          <a:solidFill>
                            <a:schemeClr val="tx1"/>
                          </a:solidFill>
                          <a:effectLst/>
                          <a:latin typeface="Cambria Math" panose="02040503050406030204" pitchFamily="18" charset="0"/>
                        </a:rPr>
                        <m:t>𝑢</m:t>
                      </m:r>
                      <m:r>
                        <a:rPr kumimoji="0" lang="zh-CN" altLang="zh-CN" sz="1800" b="0" i="1" u="none" strike="noStrike" cap="none" normalizeH="0" baseline="0" dirty="0" smtClean="0">
                          <a:ln>
                            <a:noFill/>
                          </a:ln>
                          <a:solidFill>
                            <a:schemeClr val="tx1"/>
                          </a:solidFill>
                          <a:effectLst/>
                          <a:latin typeface="Cambria Math" panose="02040503050406030204" pitchFamily="18" charset="0"/>
                        </a:rPr>
                        <m:t>)</m:t>
                      </m:r>
                      <m:sSub>
                        <m:sSubPr>
                          <m:ctrlPr>
                            <a:rPr lang="en-US" altLang="zh-CN" i="1" dirty="0">
                              <a:latin typeface="Cambria Math" panose="02040503050406030204" pitchFamily="18" charset="0"/>
                            </a:rPr>
                          </m:ctrlPr>
                        </m:sSubPr>
                        <m:e>
                          <m:r>
                            <a:rPr lang="zh-CN" altLang="zh-CN" i="1" dirty="0">
                              <a:latin typeface="Cambria Math" panose="02040503050406030204" pitchFamily="18" charset="0"/>
                            </a:rPr>
                            <m:t>𝑊</m:t>
                          </m:r>
                        </m:e>
                        <m:sub>
                          <m:r>
                            <a:rPr lang="zh-CN" altLang="zh-CN" i="1" dirty="0">
                              <a:latin typeface="Cambria Math" panose="02040503050406030204" pitchFamily="18" charset="0"/>
                            </a:rPr>
                            <m:t>𝑉</m:t>
                          </m:r>
                        </m:sub>
                      </m:sSub>
                      <m:r>
                        <a:rPr kumimoji="0" lang="zh-CN" altLang="zh-CN" sz="1800" b="0" i="1" u="none" strike="noStrike" cap="none" normalizeH="0" baseline="0" dirty="0" smtClean="0">
                          <a:ln>
                            <a:noFill/>
                          </a:ln>
                          <a:solidFill>
                            <a:schemeClr val="tx1"/>
                          </a:solidFill>
                          <a:effectLst/>
                          <a:latin typeface="Cambria Math" panose="02040503050406030204" pitchFamily="18" charset="0"/>
                        </a:rPr>
                        <m:t> ​ ,</m:t>
                      </m:r>
                      <m:r>
                        <a:rPr kumimoji="0" lang="zh-CN" altLang="zh-CN" sz="1800" b="0" i="1" u="none" strike="noStrike" cap="none" normalizeH="0" baseline="0" dirty="0" smtClean="0">
                          <a:ln>
                            <a:noFill/>
                          </a:ln>
                          <a:solidFill>
                            <a:schemeClr val="tx1"/>
                          </a:solidFill>
                          <a:effectLst/>
                          <a:latin typeface="Cambria Math" panose="02040503050406030204" pitchFamily="18" charset="0"/>
                        </a:rPr>
                        <m:t>𝐸</m:t>
                      </m:r>
                      <m:r>
                        <a:rPr kumimoji="0" lang="zh-CN" altLang="zh-CN" sz="1800" b="0" i="1" u="none" strike="noStrike" cap="none" normalizeH="0" baseline="0" dirty="0" smtClean="0">
                          <a:ln>
                            <a:noFill/>
                          </a:ln>
                          <a:solidFill>
                            <a:schemeClr val="tx1"/>
                          </a:solidFill>
                          <a:effectLst/>
                          <a:latin typeface="Cambria Math" panose="02040503050406030204" pitchFamily="18" charset="0"/>
                        </a:rPr>
                        <m:t>(</m:t>
                      </m:r>
                      <m:r>
                        <m:rPr>
                          <m:sty m:val="p"/>
                        </m:rPr>
                        <a:rPr kumimoji="0" lang="zh-CN" altLang="zh-CN" sz="1800" b="0" i="0" u="none" strike="noStrike" cap="none" normalizeH="0" baseline="0" dirty="0" smtClean="0">
                          <a:ln>
                            <a:noFill/>
                          </a:ln>
                          <a:solidFill>
                            <a:schemeClr val="tx1"/>
                          </a:solidFill>
                          <a:effectLst/>
                          <a:latin typeface="Cambria Math" panose="02040503050406030204" pitchFamily="18" charset="0"/>
                        </a:rPr>
                        <m:t>Δ</m:t>
                      </m:r>
                      <m:r>
                        <a:rPr kumimoji="0" lang="zh-CN" altLang="zh-CN" sz="1800" b="0" i="1" u="none" strike="noStrike" cap="none" normalizeH="0" baseline="0" dirty="0" smtClean="0">
                          <a:ln>
                            <a:noFill/>
                          </a:ln>
                          <a:solidFill>
                            <a:schemeClr val="tx1"/>
                          </a:solidFill>
                          <a:effectLst/>
                          <a:latin typeface="Cambria Math" panose="02040503050406030204" pitchFamily="18" charset="0"/>
                        </a:rPr>
                        <m:t>),</m:t>
                      </m:r>
                      <m:r>
                        <a:rPr kumimoji="0" lang="zh-CN" altLang="zh-CN" sz="1800" b="0" i="1" u="none" strike="noStrike" cap="none" normalizeH="0" baseline="0" dirty="0" smtClean="0">
                          <a:ln>
                            <a:noFill/>
                          </a:ln>
                          <a:solidFill>
                            <a:schemeClr val="tx1"/>
                          </a:solidFill>
                          <a:effectLst/>
                          <a:latin typeface="Cambria Math" panose="02040503050406030204" pitchFamily="18" charset="0"/>
                        </a:rPr>
                        <m:t>𝑀</m:t>
                      </m:r>
                      <m:r>
                        <a:rPr kumimoji="0" lang="zh-CN" altLang="zh-CN" sz="1800" b="0" i="1" u="none" strike="noStrike" cap="none" normalizeH="0" baseline="0" dirty="0" smtClean="0">
                          <a:ln>
                            <a:noFill/>
                          </a:ln>
                          <a:solidFill>
                            <a:schemeClr val="tx1"/>
                          </a:solidFill>
                          <a:effectLst/>
                          <a:latin typeface="Cambria Math" panose="02040503050406030204" pitchFamily="18" charset="0"/>
                        </a:rPr>
                        <m:t>)</m:t>
                      </m:r>
                    </m:oMath>
                  </m:oMathPara>
                </a14:m>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mc:Choice>
        <mc:Fallback xmlns="">
          <p:sp>
            <p:nvSpPr>
              <p:cNvPr id="16" name="Rectangle 1">
                <a:extLst>
                  <a:ext uri="{FF2B5EF4-FFF2-40B4-BE49-F238E27FC236}">
                    <a16:creationId xmlns:a16="http://schemas.microsoft.com/office/drawing/2014/main" id="{3EF3692F-5499-B073-8674-172997A299DB}"/>
                  </a:ext>
                </a:extLst>
              </p:cNvPr>
              <p:cNvSpPr>
                <a:spLocks noRot="1" noChangeAspect="1" noMove="1" noResize="1" noEditPoints="1" noAdjustHandles="1" noChangeArrowheads="1" noChangeShapeType="1" noTextEdit="1"/>
              </p:cNvSpPr>
              <p:nvPr/>
            </p:nvSpPr>
            <p:spPr bwMode="auto">
              <a:xfrm>
                <a:off x="6163" y="5584041"/>
                <a:ext cx="6253316" cy="388889"/>
              </a:xfrm>
              <a:prstGeom prst="rect">
                <a:avLst/>
              </a:prstGeom>
              <a:blipFill>
                <a:blip r:embed="rId4"/>
                <a:stretch>
                  <a:fillRect b="-937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F1B12056-5885-2221-F58C-6473274AAEDE}"/>
                  </a:ext>
                </a:extLst>
              </p:cNvPr>
              <p:cNvSpPr txBox="1"/>
              <p:nvPr/>
            </p:nvSpPr>
            <p:spPr>
              <a:xfrm>
                <a:off x="7486052" y="2006537"/>
                <a:ext cx="391690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altLang="zh-CN" i="1" dirty="0" smtClean="0">
                          <a:latin typeface="Cambria Math" panose="02040503050406030204" pitchFamily="18" charset="0"/>
                        </a:rPr>
                        <m:t>𝐴</m:t>
                      </m:r>
                      <m:r>
                        <a:rPr lang="pt-BR" altLang="zh-CN" i="1" dirty="0" smtClean="0">
                          <a:latin typeface="Cambria Math" panose="02040503050406030204" pitchFamily="18" charset="0"/>
                        </a:rPr>
                        <m:t>(</m:t>
                      </m:r>
                      <m:r>
                        <a:rPr lang="pt-BR" altLang="zh-CN" i="1" dirty="0" smtClean="0">
                          <a:latin typeface="Cambria Math" panose="02040503050406030204" pitchFamily="18" charset="0"/>
                        </a:rPr>
                        <m:t>𝑢</m:t>
                      </m:r>
                      <m:r>
                        <a:rPr lang="pt-BR" altLang="zh-CN" i="1" dirty="0" smtClean="0">
                          <a:latin typeface="Cambria Math" panose="02040503050406030204" pitchFamily="18" charset="0"/>
                        </a:rPr>
                        <m:t>)=</m:t>
                      </m:r>
                      <m:r>
                        <a:rPr lang="pt-BR" altLang="zh-CN" i="1" dirty="0" smtClean="0">
                          <a:latin typeface="Cambria Math" panose="02040503050406030204" pitchFamily="18" charset="0"/>
                        </a:rPr>
                        <m:t>𝑀𝑎𝑡𝑐h𝑖𝑛𝑔</m:t>
                      </m:r>
                      <m:r>
                        <a:rPr lang="pt-BR" altLang="zh-CN" i="1" dirty="0" smtClean="0">
                          <a:latin typeface="Cambria Math" panose="02040503050406030204" pitchFamily="18" charset="0"/>
                        </a:rPr>
                        <m:t>(</m:t>
                      </m:r>
                      <m:r>
                        <a:rPr lang="pt-BR" altLang="zh-CN" i="1" dirty="0" smtClean="0">
                          <a:latin typeface="Cambria Math" panose="02040503050406030204" pitchFamily="18" charset="0"/>
                        </a:rPr>
                        <m:t>𝐸</m:t>
                      </m:r>
                      <m:r>
                        <a:rPr lang="pt-BR" altLang="zh-CN" i="1" dirty="0" smtClean="0">
                          <a:latin typeface="Cambria Math" panose="02040503050406030204" pitchFamily="18" charset="0"/>
                        </a:rPr>
                        <m:t>(</m:t>
                      </m:r>
                      <m:r>
                        <a:rPr lang="pt-BR" altLang="zh-CN" i="1" dirty="0" smtClean="0">
                          <a:latin typeface="Cambria Math" panose="02040503050406030204" pitchFamily="18" charset="0"/>
                        </a:rPr>
                        <m:t>𝑙</m:t>
                      </m:r>
                      <m:r>
                        <a:rPr lang="pt-BR" altLang="zh-CN" i="1" dirty="0" smtClean="0">
                          <a:latin typeface="Cambria Math" panose="02040503050406030204" pitchFamily="18" charset="0"/>
                        </a:rPr>
                        <m:t>),</m:t>
                      </m:r>
                      <m:r>
                        <a:rPr lang="pt-BR" altLang="zh-CN" i="1" dirty="0" smtClean="0">
                          <a:latin typeface="Cambria Math" panose="02040503050406030204" pitchFamily="18" charset="0"/>
                        </a:rPr>
                        <m:t>𝑆</m:t>
                      </m:r>
                      <m:r>
                        <a:rPr lang="pt-BR" altLang="zh-CN" i="1" dirty="0" smtClean="0">
                          <a:latin typeface="Cambria Math" panose="02040503050406030204" pitchFamily="18" charset="0"/>
                        </a:rPr>
                        <m:t>(</m:t>
                      </m:r>
                      <m:r>
                        <a:rPr lang="pt-BR" altLang="zh-CN" i="1" dirty="0" smtClean="0">
                          <a:latin typeface="Cambria Math" panose="02040503050406030204" pitchFamily="18" charset="0"/>
                        </a:rPr>
                        <m:t>𝑢</m:t>
                      </m:r>
                      <m:r>
                        <a:rPr lang="pt-BR" altLang="zh-CN" i="1" dirty="0" smtClean="0">
                          <a:latin typeface="Cambria Math" panose="02040503050406030204" pitchFamily="18" charset="0"/>
                        </a:rPr>
                        <m:t>),</m:t>
                      </m:r>
                      <m:r>
                        <a:rPr lang="pt-BR" altLang="zh-CN" i="1" dirty="0" smtClean="0">
                          <a:latin typeface="Cambria Math" panose="02040503050406030204" pitchFamily="18" charset="0"/>
                        </a:rPr>
                        <m:t>𝐸</m:t>
                      </m:r>
                      <m:r>
                        <a:rPr lang="pt-BR" altLang="zh-CN" i="1" dirty="0" smtClean="0">
                          <a:latin typeface="Cambria Math" panose="02040503050406030204" pitchFamily="18" charset="0"/>
                        </a:rPr>
                        <m:t>(</m:t>
                      </m:r>
                      <m:r>
                        <a:rPr lang="pt-BR" altLang="zh-CN" i="1" dirty="0" smtClean="0">
                          <a:latin typeface="Cambria Math" panose="02040503050406030204" pitchFamily="18" charset="0"/>
                        </a:rPr>
                        <m:t>𝑁</m:t>
                      </m:r>
                      <m:r>
                        <a:rPr lang="pt-BR" altLang="zh-CN" i="1" dirty="0" smtClean="0">
                          <a:latin typeface="Cambria Math" panose="02040503050406030204" pitchFamily="18" charset="0"/>
                        </a:rPr>
                        <m:t>))</m:t>
                      </m:r>
                    </m:oMath>
                  </m:oMathPara>
                </a14:m>
                <a:endParaRPr lang="zh-CN" altLang="en-US" dirty="0"/>
              </a:p>
            </p:txBody>
          </p:sp>
        </mc:Choice>
        <mc:Fallback xmlns="">
          <p:sp>
            <p:nvSpPr>
              <p:cNvPr id="23" name="文本框 22">
                <a:extLst>
                  <a:ext uri="{FF2B5EF4-FFF2-40B4-BE49-F238E27FC236}">
                    <a16:creationId xmlns:a16="http://schemas.microsoft.com/office/drawing/2014/main" id="{F1B12056-5885-2221-F58C-6473274AAEDE}"/>
                  </a:ext>
                </a:extLst>
              </p:cNvPr>
              <p:cNvSpPr txBox="1">
                <a:spLocks noRot="1" noChangeAspect="1" noMove="1" noResize="1" noEditPoints="1" noAdjustHandles="1" noChangeArrowheads="1" noChangeShapeType="1" noTextEdit="1"/>
              </p:cNvSpPr>
              <p:nvPr/>
            </p:nvSpPr>
            <p:spPr>
              <a:xfrm>
                <a:off x="7486052" y="2006537"/>
                <a:ext cx="3916908" cy="369332"/>
              </a:xfrm>
              <a:prstGeom prst="rect">
                <a:avLst/>
              </a:prstGeom>
              <a:blipFill>
                <a:blip r:embed="rId5"/>
                <a:stretch>
                  <a:fillRect b="-14754"/>
                </a:stretch>
              </a:blipFill>
            </p:spPr>
            <p:txBody>
              <a:bodyPr/>
              <a:lstStyle/>
              <a:p>
                <a:r>
                  <a:rPr lang="zh-CN" altLang="en-US">
                    <a:noFill/>
                  </a:rPr>
                  <a:t> </a:t>
                </a:r>
              </a:p>
            </p:txBody>
          </p:sp>
        </mc:Fallback>
      </mc:AlternateContent>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iṡḻîḋé"/>
        <p:cNvGrpSpPr/>
        <p:nvPr/>
      </p:nvGrpSpPr>
      <p:grpSpPr>
        <a:xfrm>
          <a:off x="0" y="0"/>
          <a:ext cx="0" cy="0"/>
          <a:chOff x="0" y="0"/>
          <a:chExt cx="0" cy="0"/>
        </a:xfrm>
      </p:grpSpPr>
      <p:sp>
        <p:nvSpPr>
          <p:cNvPr id="4" name="iṡlïḑè"/>
          <p:cNvSpPr>
            <a:spLocks noGrp="1"/>
          </p:cNvSpPr>
          <p:nvPr>
            <p:ph type="title"/>
          </p:nvPr>
        </p:nvSpPr>
        <p:spPr>
          <a:xfrm>
            <a:off x="3282663" y="3131461"/>
            <a:ext cx="5731164" cy="700405"/>
          </a:xfrm>
        </p:spPr>
        <p:txBody>
          <a:bodyPr/>
          <a:lstStyle/>
          <a:p>
            <a:r>
              <a:rPr lang="zh-CN" altLang="en-US" b="1">
                <a:latin typeface="+mn-lt"/>
                <a:ea typeface="+mn-ea"/>
                <a:cs typeface="+mn-ea"/>
                <a:sym typeface="+mn-lt"/>
              </a:rPr>
              <a:t>实验设置</a:t>
            </a:r>
            <a:endParaRPr lang="en-US" altLang="zh-CN" b="1" dirty="0">
              <a:latin typeface="+mn-lt"/>
              <a:ea typeface="+mn-ea"/>
              <a:cs typeface="+mn-ea"/>
              <a:sym typeface="+mn-lt"/>
            </a:endParaRPr>
          </a:p>
        </p:txBody>
      </p:sp>
      <p:sp>
        <p:nvSpPr>
          <p:cNvPr id="5" name="îśľîďe"/>
          <p:cNvSpPr>
            <a:spLocks noGrp="1"/>
          </p:cNvSpPr>
          <p:nvPr>
            <p:ph type="body" idx="1"/>
          </p:nvPr>
        </p:nvSpPr>
        <p:spPr/>
        <p:txBody>
          <a:bodyPr/>
          <a:lstStyle/>
          <a:p>
            <a:r>
              <a:rPr lang="zh-CN" altLang="en-US">
                <a:cs typeface="+mn-ea"/>
                <a:sym typeface="+mn-lt"/>
              </a:rPr>
              <a:t>在这里输入你的正文阐述与关键词标题相关的具体内容</a:t>
            </a:r>
            <a:endParaRPr lang="zh-CN" altLang="en-US" dirty="0">
              <a:cs typeface="+mn-ea"/>
              <a:sym typeface="+mn-lt"/>
            </a:endParaRPr>
          </a:p>
        </p:txBody>
      </p:sp>
      <p:sp>
        <p:nvSpPr>
          <p:cNvPr id="2" name="îS1íḑê"/>
          <p:cNvSpPr>
            <a:spLocks noGrp="1"/>
          </p:cNvSpPr>
          <p:nvPr>
            <p:ph type="sldNum" sz="quarter" idx="12"/>
          </p:nvPr>
        </p:nvSpPr>
        <p:spPr/>
        <p:txBody>
          <a:bodyPr/>
          <a:lstStyle/>
          <a:p>
            <a:fld id="{7F65B630-C7FF-41C0-9923-C5E5E29EED81}" type="slidenum">
              <a:rPr lang="zh-CN" altLang="en-US" smtClean="0">
                <a:cs typeface="+mn-ea"/>
                <a:sym typeface="+mn-lt"/>
              </a:rPr>
              <a:t>12</a:t>
            </a:fld>
            <a:endParaRPr lang="zh-CN" altLang="en-US">
              <a:cs typeface="+mn-ea"/>
              <a:sym typeface="+mn-lt"/>
            </a:endParaRPr>
          </a:p>
        </p:txBody>
      </p:sp>
      <p:sp>
        <p:nvSpPr>
          <p:cNvPr id="3" name="iṩḷíḍe"/>
          <p:cNvSpPr txBox="1"/>
          <p:nvPr/>
        </p:nvSpPr>
        <p:spPr>
          <a:xfrm>
            <a:off x="5584629" y="2017523"/>
            <a:ext cx="1127232" cy="1006429"/>
          </a:xfrm>
          <a:prstGeom prst="rect">
            <a:avLst/>
          </a:prstGeom>
        </p:spPr>
        <p:txBody>
          <a:bodyPr vert="horz" wrap="none" lIns="91440" tIns="45720" rIns="91440" bIns="45720" rtlCol="0" anchor="b">
            <a:spAutoFit/>
          </a:bodyPr>
          <a:lstStyle>
            <a:lvl1pPr algn="l" defTabSz="914400" rtl="0" eaLnBrk="1" latinLnBrk="0" hangingPunct="1">
              <a:lnSpc>
                <a:spcPct val="90000"/>
              </a:lnSpc>
              <a:spcBef>
                <a:spcPct val="0"/>
              </a:spcBef>
              <a:buNone/>
              <a:defRPr lang="zh-CN" altLang="en-US" sz="2400" b="1" kern="1200">
                <a:solidFill>
                  <a:schemeClr val="tx1"/>
                </a:solidFill>
                <a:latin typeface="+mj-lt"/>
                <a:ea typeface="+mj-ea"/>
                <a:cs typeface="+mj-cs"/>
              </a:defRPr>
            </a:lvl1pPr>
          </a:lstStyle>
          <a:p>
            <a:r>
              <a:rPr lang="en-GB" altLang="zh-CN" sz="6600">
                <a:latin typeface="+mn-lt"/>
                <a:ea typeface="+mn-ea"/>
                <a:cs typeface="+mn-ea"/>
                <a:sym typeface="+mn-lt"/>
              </a:rPr>
              <a:t>03</a:t>
            </a:r>
            <a:endParaRPr lang="en-GB" sz="6600" dirty="0">
              <a:latin typeface="+mn-lt"/>
              <a:ea typeface="+mn-ea"/>
              <a:cs typeface="+mn-ea"/>
              <a:sym typeface="+mn-lt"/>
            </a:endParaRPr>
          </a:p>
        </p:txBody>
      </p:sp>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işḻïďé"/>
        <p:cNvGrpSpPr/>
        <p:nvPr/>
      </p:nvGrpSpPr>
      <p:grpSpPr>
        <a:xfrm>
          <a:off x="0" y="0"/>
          <a:ext cx="0" cy="0"/>
          <a:chOff x="0" y="0"/>
          <a:chExt cx="0" cy="0"/>
        </a:xfrm>
      </p:grpSpPr>
      <p:sp>
        <p:nvSpPr>
          <p:cNvPr id="2" name="íṣ1ïḋè"/>
          <p:cNvSpPr>
            <a:spLocks noGrp="1"/>
          </p:cNvSpPr>
          <p:nvPr>
            <p:ph type="title"/>
          </p:nvPr>
        </p:nvSpPr>
        <p:spPr/>
        <p:txBody>
          <a:bodyPr/>
          <a:lstStyle/>
          <a:p>
            <a:r>
              <a:rPr lang="zh-CN" altLang="en-US">
                <a:latin typeface="+mn-lt"/>
                <a:ea typeface="+mn-ea"/>
                <a:cs typeface="+mn-ea"/>
                <a:sym typeface="+mn-lt"/>
              </a:rPr>
              <a:t>基线模型</a:t>
            </a:r>
          </a:p>
        </p:txBody>
      </p:sp>
      <p:sp>
        <p:nvSpPr>
          <p:cNvPr id="3" name="iS1íďe"/>
          <p:cNvSpPr>
            <a:spLocks noGrp="1"/>
          </p:cNvSpPr>
          <p:nvPr>
            <p:ph type="sldNum" sz="quarter" idx="12"/>
          </p:nvPr>
        </p:nvSpPr>
        <p:spPr>
          <a:xfrm>
            <a:off x="9279092" y="6441440"/>
            <a:ext cx="2661448" cy="215900"/>
          </a:xfrm>
        </p:spPr>
        <p:txBody>
          <a:bodyPr/>
          <a:lstStyle/>
          <a:p>
            <a:fld id="{7F65B630-C7FF-41C0-9923-C5E5E29EED81}" type="slidenum">
              <a:rPr lang="zh-CN" altLang="en-US" smtClean="0">
                <a:cs typeface="+mn-ea"/>
                <a:sym typeface="+mn-lt"/>
              </a:rPr>
              <a:t>13</a:t>
            </a:fld>
            <a:endParaRPr lang="zh-CN" altLang="en-US">
              <a:cs typeface="+mn-ea"/>
              <a:sym typeface="+mn-lt"/>
            </a:endParaRPr>
          </a:p>
        </p:txBody>
      </p:sp>
      <p:grpSp>
        <p:nvGrpSpPr>
          <p:cNvPr id="6" name="îŝļîḓè"/>
          <p:cNvGrpSpPr/>
          <p:nvPr/>
        </p:nvGrpSpPr>
        <p:grpSpPr>
          <a:xfrm>
            <a:off x="5080635" y="816610"/>
            <a:ext cx="6684011" cy="1750695"/>
            <a:chOff x="4638480" y="1557922"/>
            <a:chExt cx="6684107" cy="1750585"/>
          </a:xfrm>
        </p:grpSpPr>
        <p:grpSp>
          <p:nvGrpSpPr>
            <p:cNvPr id="21" name="ïŝliḓe"/>
            <p:cNvGrpSpPr/>
            <p:nvPr/>
          </p:nvGrpSpPr>
          <p:grpSpPr>
            <a:xfrm>
              <a:off x="5889129" y="1557922"/>
              <a:ext cx="5433458" cy="1750585"/>
              <a:chOff x="5889129" y="1557922"/>
              <a:chExt cx="5433458" cy="1750585"/>
            </a:xfrm>
          </p:grpSpPr>
          <p:grpSp>
            <p:nvGrpSpPr>
              <p:cNvPr id="23" name="ïślídé"/>
              <p:cNvGrpSpPr/>
              <p:nvPr/>
            </p:nvGrpSpPr>
            <p:grpSpPr>
              <a:xfrm flipH="1">
                <a:off x="6504137" y="1557922"/>
                <a:ext cx="4818450" cy="1750585"/>
                <a:chOff x="-34240" y="1742740"/>
                <a:chExt cx="7300041" cy="1750585"/>
              </a:xfrm>
            </p:grpSpPr>
            <p:sp>
              <p:nvSpPr>
                <p:cNvPr id="25" name="íşľíďe"/>
                <p:cNvSpPr/>
                <p:nvPr>
                  <p:custDataLst>
                    <p:tags r:id="rId21"/>
                  </p:custDataLst>
                </p:nvPr>
              </p:nvSpPr>
              <p:spPr>
                <a:xfrm>
                  <a:off x="1012472" y="1742740"/>
                  <a:ext cx="6016665" cy="398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kumimoji="1" lang="en-US" altLang="zh-CN" sz="2000" b="1" dirty="0">
                      <a:solidFill>
                        <a:schemeClr val="tx1"/>
                      </a:solidFill>
                      <a:cs typeface="+mn-ea"/>
                      <a:sym typeface="+mn-lt"/>
                    </a:rPr>
                    <a:t>LSTM_Model</a:t>
                  </a:r>
                  <a:r>
                    <a:rPr kumimoji="1" lang="zh-CN" altLang="en-US" sz="2000" b="1" dirty="0">
                      <a:solidFill>
                        <a:schemeClr val="tx1"/>
                      </a:solidFill>
                      <a:cs typeface="+mn-ea"/>
                      <a:sym typeface="+mn-lt"/>
                    </a:rPr>
                    <a:t>（长短时记忆网络）</a:t>
                  </a:r>
                </a:p>
              </p:txBody>
            </p:sp>
            <p:sp>
              <p:nvSpPr>
                <p:cNvPr id="26" name="îSḷïḍe"/>
                <p:cNvSpPr/>
                <p:nvPr>
                  <p:custDataLst>
                    <p:tags r:id="rId22"/>
                  </p:custDataLst>
                </p:nvPr>
              </p:nvSpPr>
              <p:spPr>
                <a:xfrm>
                  <a:off x="-34240" y="2109747"/>
                  <a:ext cx="7300041" cy="13835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结构：</a:t>
                  </a:r>
                  <a:r>
                    <a:rPr kumimoji="0" lang="en-US" altLang="zh-CN" sz="1400" b="0" i="0" u="none" strike="noStrike" kern="1200" cap="none" spc="0" normalizeH="0" baseline="0" noProof="0">
                      <a:ln>
                        <a:noFill/>
                      </a:ln>
                      <a:solidFill>
                        <a:schemeClr val="lt1">
                          <a:alpha val="70000"/>
                        </a:schemeClr>
                      </a:solidFill>
                      <a:effectLst/>
                      <a:uLnTx/>
                      <a:uFillTx/>
                      <a:cs typeface="+mn-ea"/>
                      <a:sym typeface="+mn-lt"/>
                    </a:rPr>
                    <a:t>LSTM</a:t>
                  </a: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层</a:t>
                  </a:r>
                  <a:r>
                    <a:rPr kumimoji="0" lang="en-US" altLang="zh-CN" sz="1400" b="0" i="0" u="none" strike="noStrike" kern="1200" cap="none" spc="0" normalizeH="0" baseline="0" noProof="0">
                      <a:ln>
                        <a:noFill/>
                      </a:ln>
                      <a:solidFill>
                        <a:schemeClr val="lt1">
                          <a:alpha val="70000"/>
                        </a:schemeClr>
                      </a:solidFill>
                      <a:effectLst/>
                      <a:uLnTx/>
                      <a:uFillTx/>
                      <a:cs typeface="+mn-ea"/>
                      <a:sym typeface="+mn-lt"/>
                    </a:rPr>
                    <a:t> + </a:t>
                  </a: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全连接层，取最后一个有效时间步的隐藏状态进行预测。</a:t>
                  </a:r>
                </a:p>
                <a:p>
                  <a:pPr marL="0" marR="0" lvl="0" indent="0"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特点：捕捉序列长期依赖，支持变长轨迹（通过</a:t>
                  </a:r>
                  <a:r>
                    <a:rPr kumimoji="0" lang="en-US" altLang="zh-CN" sz="1400" b="0" i="0" u="none" strike="noStrike" kern="1200" cap="none" spc="0" normalizeH="0" baseline="0" noProof="0">
                      <a:ln>
                        <a:noFill/>
                      </a:ln>
                      <a:solidFill>
                        <a:schemeClr val="lt1">
                          <a:alpha val="70000"/>
                        </a:schemeClr>
                      </a:solidFill>
                      <a:effectLst/>
                      <a:uLnTx/>
                      <a:uFillTx/>
                      <a:cs typeface="+mn-ea"/>
                      <a:sym typeface="+mn-lt"/>
                    </a:rPr>
                    <a:t> traj_len </a:t>
                  </a: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参数）。</a:t>
                  </a:r>
                </a:p>
              </p:txBody>
            </p:sp>
          </p:grpSp>
          <p:sp>
            <p:nvSpPr>
              <p:cNvPr id="24" name="iṩļíḍé"/>
              <p:cNvSpPr/>
              <p:nvPr>
                <p:custDataLst>
                  <p:tags r:id="rId20"/>
                </p:custDataLst>
              </p:nvPr>
            </p:nvSpPr>
            <p:spPr>
              <a:xfrm flipH="1">
                <a:off x="5889129" y="1559607"/>
                <a:ext cx="614750" cy="614750"/>
              </a:xfrm>
              <a:prstGeom prst="roundRect">
                <a:avLst/>
              </a:prstGeom>
              <a:gradFill>
                <a:gsLst>
                  <a:gs pos="0">
                    <a:schemeClr val="accent1"/>
                  </a:gs>
                  <a:gs pos="50000">
                    <a:schemeClr val="accent2"/>
                  </a:gs>
                </a:gsLst>
                <a:lin ang="270000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r>
                  <a:rPr lang="en-US" altLang="zh-CN" sz="2000" b="1" dirty="0">
                    <a:solidFill>
                      <a:srgbClr val="FFFFFF"/>
                    </a:solidFill>
                    <a:cs typeface="+mn-ea"/>
                    <a:sym typeface="+mn-lt"/>
                  </a:rPr>
                  <a:t>02</a:t>
                </a:r>
                <a:endParaRPr lang="zh-CN" altLang="en-US" sz="2000" b="1" dirty="0">
                  <a:solidFill>
                    <a:srgbClr val="FFFFFF"/>
                  </a:solidFill>
                  <a:cs typeface="+mn-ea"/>
                  <a:sym typeface="+mn-lt"/>
                </a:endParaRPr>
              </a:p>
            </p:txBody>
          </p:sp>
        </p:grpSp>
        <p:cxnSp>
          <p:nvCxnSpPr>
            <p:cNvPr id="22" name="i$ḻîḋê"/>
            <p:cNvCxnSpPr/>
            <p:nvPr/>
          </p:nvCxnSpPr>
          <p:spPr>
            <a:xfrm>
              <a:off x="4638480" y="1856541"/>
              <a:ext cx="1273992" cy="0"/>
            </a:xfrm>
            <a:prstGeom prst="line">
              <a:avLst/>
            </a:prstGeom>
            <a:ln w="9525" cap="rnd">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grpSp>
        <p:nvGrpSpPr>
          <p:cNvPr id="7" name="íśḻíḓê"/>
          <p:cNvGrpSpPr/>
          <p:nvPr/>
        </p:nvGrpSpPr>
        <p:grpSpPr>
          <a:xfrm>
            <a:off x="6263640" y="2964180"/>
            <a:ext cx="5788660" cy="1757702"/>
            <a:chOff x="5530850" y="3179992"/>
            <a:chExt cx="5788790" cy="1758188"/>
          </a:xfrm>
        </p:grpSpPr>
        <p:grpSp>
          <p:nvGrpSpPr>
            <p:cNvPr id="15" name="iṧļiḋe"/>
            <p:cNvGrpSpPr/>
            <p:nvPr/>
          </p:nvGrpSpPr>
          <p:grpSpPr>
            <a:xfrm>
              <a:off x="6816559" y="3179992"/>
              <a:ext cx="4503081" cy="1758188"/>
              <a:chOff x="6816559" y="3179992"/>
              <a:chExt cx="4503081" cy="1758188"/>
            </a:xfrm>
          </p:grpSpPr>
          <p:grpSp>
            <p:nvGrpSpPr>
              <p:cNvPr id="17" name="i$ḷídé"/>
              <p:cNvGrpSpPr/>
              <p:nvPr/>
            </p:nvGrpSpPr>
            <p:grpSpPr>
              <a:xfrm flipH="1">
                <a:off x="7589933" y="3179992"/>
                <a:ext cx="3729707" cy="1758188"/>
                <a:chOff x="1378761" y="1737931"/>
                <a:chExt cx="5650576" cy="1758188"/>
              </a:xfrm>
            </p:grpSpPr>
            <p:sp>
              <p:nvSpPr>
                <p:cNvPr id="19" name="îSlïďè"/>
                <p:cNvSpPr/>
                <p:nvPr>
                  <p:custDataLst>
                    <p:tags r:id="rId18"/>
                  </p:custDataLst>
                </p:nvPr>
              </p:nvSpPr>
              <p:spPr>
                <a:xfrm>
                  <a:off x="1378761" y="1737931"/>
                  <a:ext cx="5650170" cy="3988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kumimoji="1" lang="en-US" altLang="zh-CN" sz="2000" b="1" dirty="0">
                      <a:solidFill>
                        <a:schemeClr val="tx1"/>
                      </a:solidFill>
                      <a:cs typeface="+mn-ea"/>
                      <a:sym typeface="+mn-lt"/>
                    </a:rPr>
                    <a:t> SimpleAttn</a:t>
                  </a:r>
                  <a:r>
                    <a:rPr kumimoji="1" lang="zh-CN" altLang="en-US" sz="2000" b="1" dirty="0">
                      <a:solidFill>
                        <a:schemeClr val="tx1"/>
                      </a:solidFill>
                      <a:cs typeface="+mn-ea"/>
                      <a:sym typeface="+mn-lt"/>
                    </a:rPr>
                    <a:t>（简单注意力模型）</a:t>
                  </a:r>
                </a:p>
              </p:txBody>
            </p:sp>
            <p:sp>
              <p:nvSpPr>
                <p:cNvPr id="20" name="íṣḻídê"/>
                <p:cNvSpPr/>
                <p:nvPr>
                  <p:custDataLst>
                    <p:tags r:id="rId19"/>
                  </p:custDataLst>
                </p:nvPr>
              </p:nvSpPr>
              <p:spPr>
                <a:xfrm>
                  <a:off x="1378761" y="2112072"/>
                  <a:ext cx="5650576" cy="13840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结构：位置嵌入</a:t>
                  </a:r>
                  <a:r>
                    <a:rPr kumimoji="0" lang="en-US" altLang="zh-CN" sz="1400" b="0" i="0" u="none" strike="noStrike" kern="1200" cap="none" spc="0" normalizeH="0" baseline="0" noProof="0">
                      <a:ln>
                        <a:noFill/>
                      </a:ln>
                      <a:solidFill>
                        <a:schemeClr val="lt1">
                          <a:alpha val="70000"/>
                        </a:schemeClr>
                      </a:solidFill>
                      <a:effectLst/>
                      <a:uLnTx/>
                      <a:uFillTx/>
                      <a:cs typeface="+mn-ea"/>
                      <a:sym typeface="+mn-lt"/>
                    </a:rPr>
                    <a:t> + </a:t>
                  </a: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多头自注意力（单头）</a:t>
                  </a:r>
                  <a:r>
                    <a:rPr kumimoji="0" lang="en-US" altLang="zh-CN" sz="1400" b="0" i="0" u="none" strike="noStrike" kern="1200" cap="none" spc="0" normalizeH="0" baseline="0" noProof="0">
                      <a:ln>
                        <a:noFill/>
                      </a:ln>
                      <a:solidFill>
                        <a:schemeClr val="lt1">
                          <a:alpha val="70000"/>
                        </a:schemeClr>
                      </a:solidFill>
                      <a:effectLst/>
                      <a:uLnTx/>
                      <a:uFillTx/>
                      <a:cs typeface="+mn-ea"/>
                      <a:sym typeface="+mn-lt"/>
                    </a:rPr>
                    <a:t> + </a:t>
                  </a: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全连接。</a:t>
                  </a:r>
                  <a:endParaRPr kumimoji="0" lang="en-US" altLang="zh-CN" sz="1400" b="0" i="0" u="none" strike="noStrike" kern="1200" cap="none" spc="0" normalizeH="0" baseline="0" noProof="0">
                    <a:ln>
                      <a:noFill/>
                    </a:ln>
                    <a:solidFill>
                      <a:schemeClr val="lt1">
                        <a:alpha val="70000"/>
                      </a:schemeClr>
                    </a:solidFill>
                    <a:effectLst/>
                    <a:uLnTx/>
                    <a:uFillTx/>
                    <a:cs typeface="+mn-ea"/>
                    <a:sym typeface="+mn-lt"/>
                  </a:endParaRPr>
                </a:p>
                <a:p>
                  <a:pPr marL="0" marR="0" lvl="0" indent="0"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特点：通过注意力机制建模位置间全局关系，适合捕捉关键位置。</a:t>
                  </a:r>
                </a:p>
              </p:txBody>
            </p:sp>
          </p:grpSp>
          <p:sp>
            <p:nvSpPr>
              <p:cNvPr id="18" name="îšḷídé"/>
              <p:cNvSpPr/>
              <p:nvPr>
                <p:custDataLst>
                  <p:tags r:id="rId17"/>
                </p:custDataLst>
              </p:nvPr>
            </p:nvSpPr>
            <p:spPr>
              <a:xfrm flipH="1">
                <a:off x="6816559" y="3197035"/>
                <a:ext cx="614750" cy="614750"/>
              </a:xfrm>
              <a:prstGeom prst="roundRect">
                <a:avLst/>
              </a:prstGeom>
              <a:gradFill>
                <a:gsLst>
                  <a:gs pos="0">
                    <a:schemeClr val="accent4"/>
                  </a:gs>
                  <a:gs pos="50000">
                    <a:schemeClr val="accent3"/>
                  </a:gs>
                </a:gsLst>
                <a:lin ang="270000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r>
                  <a:rPr lang="en-US" altLang="zh-CN" sz="2000" b="1" dirty="0">
                    <a:solidFill>
                      <a:srgbClr val="FFFFFF"/>
                    </a:solidFill>
                    <a:cs typeface="+mn-ea"/>
                    <a:sym typeface="+mn-lt"/>
                  </a:rPr>
                  <a:t>04</a:t>
                </a:r>
                <a:endParaRPr lang="zh-CN" altLang="en-US" sz="2000" b="1" dirty="0">
                  <a:solidFill>
                    <a:srgbClr val="FFFFFF"/>
                  </a:solidFill>
                  <a:cs typeface="+mn-ea"/>
                  <a:sym typeface="+mn-lt"/>
                </a:endParaRPr>
              </a:p>
            </p:txBody>
          </p:sp>
        </p:grpSp>
        <p:cxnSp>
          <p:nvCxnSpPr>
            <p:cNvPr id="16" name="íślïḓé"/>
            <p:cNvCxnSpPr/>
            <p:nvPr>
              <p:custDataLst>
                <p:tags r:id="rId16"/>
              </p:custDataLst>
            </p:nvPr>
          </p:nvCxnSpPr>
          <p:spPr>
            <a:xfrm>
              <a:off x="5530850" y="3517519"/>
              <a:ext cx="1315796" cy="0"/>
            </a:xfrm>
            <a:prstGeom prst="line">
              <a:avLst/>
            </a:prstGeom>
            <a:ln w="9525" cap="rnd">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grpSp>
        <p:nvGrpSpPr>
          <p:cNvPr id="8" name="îşlíde"/>
          <p:cNvGrpSpPr/>
          <p:nvPr/>
        </p:nvGrpSpPr>
        <p:grpSpPr>
          <a:xfrm>
            <a:off x="5502275" y="4809490"/>
            <a:ext cx="6320155" cy="1753235"/>
            <a:chOff x="4959350" y="4806872"/>
            <a:chExt cx="6320029" cy="1753125"/>
          </a:xfrm>
        </p:grpSpPr>
        <p:grpSp>
          <p:nvGrpSpPr>
            <p:cNvPr id="9" name="ïş1íde"/>
            <p:cNvGrpSpPr/>
            <p:nvPr/>
          </p:nvGrpSpPr>
          <p:grpSpPr>
            <a:xfrm>
              <a:off x="5889129" y="4806872"/>
              <a:ext cx="5390250" cy="1753125"/>
              <a:chOff x="5889129" y="4806872"/>
              <a:chExt cx="5390250" cy="1753125"/>
            </a:xfrm>
          </p:grpSpPr>
          <p:grpSp>
            <p:nvGrpSpPr>
              <p:cNvPr id="11" name="îṩľîďe"/>
              <p:cNvGrpSpPr/>
              <p:nvPr/>
            </p:nvGrpSpPr>
            <p:grpSpPr>
              <a:xfrm flipH="1">
                <a:off x="6660481" y="4806872"/>
                <a:ext cx="4618898" cy="1753125"/>
                <a:chOff x="31222" y="1742740"/>
                <a:chExt cx="6997716" cy="1753125"/>
              </a:xfrm>
            </p:grpSpPr>
            <p:sp>
              <p:nvSpPr>
                <p:cNvPr id="13" name="iṥḷïḍè"/>
                <p:cNvSpPr/>
                <p:nvPr>
                  <p:custDataLst>
                    <p:tags r:id="rId14"/>
                  </p:custDataLst>
                </p:nvPr>
              </p:nvSpPr>
              <p:spPr>
                <a:xfrm>
                  <a:off x="827773" y="1742740"/>
                  <a:ext cx="6201165" cy="398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kumimoji="1" lang="en-US" altLang="zh-CN" sz="2000" b="1" dirty="0">
                      <a:solidFill>
                        <a:schemeClr val="tx1"/>
                      </a:solidFill>
                      <a:cs typeface="+mn-ea"/>
                      <a:sym typeface="+mn-lt"/>
                    </a:rPr>
                    <a:t>MarkovChain</a:t>
                  </a:r>
                  <a:r>
                    <a:rPr kumimoji="1" lang="zh-CN" altLang="en-US" sz="2000" b="1" dirty="0">
                      <a:solidFill>
                        <a:schemeClr val="tx1"/>
                      </a:solidFill>
                      <a:cs typeface="+mn-ea"/>
                      <a:sym typeface="+mn-lt"/>
                    </a:rPr>
                    <a:t>（马尔可夫链）</a:t>
                  </a:r>
                </a:p>
              </p:txBody>
            </p:sp>
            <p:sp>
              <p:nvSpPr>
                <p:cNvPr id="14" name="íṣ1iďê"/>
                <p:cNvSpPr/>
                <p:nvPr>
                  <p:custDataLst>
                    <p:tags r:id="rId15"/>
                  </p:custDataLst>
                </p:nvPr>
              </p:nvSpPr>
              <p:spPr>
                <a:xfrm>
                  <a:off x="31222" y="2112287"/>
                  <a:ext cx="6997716" cy="13835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结构：参数化转移矩阵，直接通过前一个位置预测下一个位置。</a:t>
                  </a:r>
                  <a:endParaRPr kumimoji="0" lang="en-US" altLang="zh-CN" sz="1400" b="0" i="0" u="none" strike="noStrike" kern="1200" cap="none" spc="0" normalizeH="0" baseline="0" noProof="0">
                    <a:ln>
                      <a:noFill/>
                    </a:ln>
                    <a:solidFill>
                      <a:schemeClr val="lt1">
                        <a:alpha val="70000"/>
                      </a:schemeClr>
                    </a:solidFill>
                    <a:effectLst/>
                    <a:uLnTx/>
                    <a:uFillTx/>
                    <a:cs typeface="+mn-ea"/>
                    <a:sym typeface="+mn-lt"/>
                  </a:endParaRPr>
                </a:p>
                <a:p>
                  <a:pPr marL="0" marR="0" lvl="0" indent="0"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特点：一阶马尔可夫假设（无历史记忆），仅依赖当前状态。</a:t>
                  </a:r>
                </a:p>
              </p:txBody>
            </p:sp>
          </p:grpSp>
          <p:sp>
            <p:nvSpPr>
              <p:cNvPr id="12" name="íŝlîḍe"/>
              <p:cNvSpPr/>
              <p:nvPr>
                <p:custDataLst>
                  <p:tags r:id="rId13"/>
                </p:custDataLst>
              </p:nvPr>
            </p:nvSpPr>
            <p:spPr>
              <a:xfrm flipH="1">
                <a:off x="5889129" y="4808732"/>
                <a:ext cx="614750" cy="614750"/>
              </a:xfrm>
              <a:prstGeom prst="roundRect">
                <a:avLst/>
              </a:prstGeom>
              <a:gradFill>
                <a:gsLst>
                  <a:gs pos="0">
                    <a:schemeClr val="accent1"/>
                  </a:gs>
                  <a:gs pos="50000">
                    <a:schemeClr val="accent2"/>
                  </a:gs>
                </a:gsLst>
                <a:lin ang="270000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r>
                  <a:rPr lang="en-US" altLang="zh-CN" sz="2000" b="1" dirty="0">
                    <a:solidFill>
                      <a:srgbClr val="FFFFFF"/>
                    </a:solidFill>
                    <a:cs typeface="+mn-ea"/>
                    <a:sym typeface="+mn-lt"/>
                  </a:rPr>
                  <a:t>06</a:t>
                </a:r>
                <a:endParaRPr lang="zh-CN" altLang="en-US" sz="2000" b="1" dirty="0">
                  <a:solidFill>
                    <a:srgbClr val="FFFFFF"/>
                  </a:solidFill>
                  <a:cs typeface="+mn-ea"/>
                  <a:sym typeface="+mn-lt"/>
                </a:endParaRPr>
              </a:p>
            </p:txBody>
          </p:sp>
        </p:grpSp>
        <p:cxnSp>
          <p:nvCxnSpPr>
            <p:cNvPr id="10" name="iSļîḑe"/>
            <p:cNvCxnSpPr/>
            <p:nvPr>
              <p:custDataLst>
                <p:tags r:id="rId12"/>
              </p:custDataLst>
            </p:nvPr>
          </p:nvCxnSpPr>
          <p:spPr>
            <a:xfrm>
              <a:off x="4959350" y="5114643"/>
              <a:ext cx="934072" cy="0"/>
            </a:xfrm>
            <a:prstGeom prst="line">
              <a:avLst/>
            </a:prstGeom>
            <a:ln w="9525" cap="rnd">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sp>
        <p:nvSpPr>
          <p:cNvPr id="34" name="iṥḷïḍè"/>
          <p:cNvSpPr/>
          <p:nvPr>
            <p:custDataLst>
              <p:tags r:id="rId2"/>
            </p:custDataLst>
          </p:nvPr>
        </p:nvSpPr>
        <p:spPr>
          <a:xfrm flipH="1">
            <a:off x="1979930" y="5024120"/>
            <a:ext cx="3766820" cy="3987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kumimoji="1" lang="en-US" altLang="zh-CN" sz="2000" b="1" dirty="0">
                <a:solidFill>
                  <a:schemeClr val="tx1"/>
                </a:solidFill>
                <a:cs typeface="+mn-ea"/>
                <a:sym typeface="+mn-lt"/>
              </a:rPr>
              <a:t>RNN_Model</a:t>
            </a:r>
            <a:r>
              <a:rPr kumimoji="1" lang="zh-CN" altLang="en-US" sz="2000" b="1" dirty="0">
                <a:solidFill>
                  <a:schemeClr val="tx1"/>
                </a:solidFill>
                <a:cs typeface="+mn-ea"/>
                <a:sym typeface="+mn-lt"/>
              </a:rPr>
              <a:t>（普通循环网络）</a:t>
            </a:r>
          </a:p>
        </p:txBody>
      </p:sp>
      <p:sp>
        <p:nvSpPr>
          <p:cNvPr id="35" name="íṣ1iďê"/>
          <p:cNvSpPr/>
          <p:nvPr>
            <p:custDataLst>
              <p:tags r:id="rId3"/>
            </p:custDataLst>
          </p:nvPr>
        </p:nvSpPr>
        <p:spPr>
          <a:xfrm flipH="1">
            <a:off x="1979930" y="5393690"/>
            <a:ext cx="4267835" cy="7372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结构：</a:t>
            </a:r>
            <a:r>
              <a:rPr kumimoji="0" lang="en-US" altLang="zh-CN" sz="1400" b="0" i="0" u="none" strike="noStrike" kern="1200" cap="none" spc="0" normalizeH="0" baseline="0" noProof="0">
                <a:ln>
                  <a:noFill/>
                </a:ln>
                <a:solidFill>
                  <a:schemeClr val="lt1">
                    <a:alpha val="70000"/>
                  </a:schemeClr>
                </a:solidFill>
                <a:effectLst/>
                <a:uLnTx/>
                <a:uFillTx/>
                <a:cs typeface="+mn-ea"/>
                <a:sym typeface="+mn-lt"/>
              </a:rPr>
              <a:t>RNN</a:t>
            </a: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层</a:t>
            </a:r>
            <a:r>
              <a:rPr kumimoji="0" lang="en-US" altLang="zh-CN" sz="1400" b="0" i="0" u="none" strike="noStrike" kern="1200" cap="none" spc="0" normalizeH="0" baseline="0" noProof="0">
                <a:ln>
                  <a:noFill/>
                </a:ln>
                <a:solidFill>
                  <a:schemeClr val="lt1">
                    <a:alpha val="70000"/>
                  </a:schemeClr>
                </a:solidFill>
                <a:effectLst/>
                <a:uLnTx/>
                <a:uFillTx/>
                <a:cs typeface="+mn-ea"/>
                <a:sym typeface="+mn-lt"/>
              </a:rPr>
              <a:t> + </a:t>
            </a: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全连接层，类似</a:t>
            </a:r>
            <a:r>
              <a:rPr kumimoji="0" lang="en-US" altLang="zh-CN" sz="1400" b="0" i="0" u="none" strike="noStrike" kern="1200" cap="none" spc="0" normalizeH="0" baseline="0" noProof="0">
                <a:ln>
                  <a:noFill/>
                </a:ln>
                <a:solidFill>
                  <a:schemeClr val="lt1">
                    <a:alpha val="70000"/>
                  </a:schemeClr>
                </a:solidFill>
                <a:effectLst/>
                <a:uLnTx/>
                <a:uFillTx/>
                <a:cs typeface="+mn-ea"/>
                <a:sym typeface="+mn-lt"/>
              </a:rPr>
              <a:t>LSTM</a:t>
            </a: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但无门控机制。</a:t>
            </a:r>
            <a:endParaRPr kumimoji="0" lang="en-US" altLang="zh-CN" sz="1400" b="0" i="0" u="none" strike="noStrike" kern="1200" cap="none" spc="0" normalizeH="0" baseline="0" noProof="0">
              <a:ln>
                <a:noFill/>
              </a:ln>
              <a:solidFill>
                <a:schemeClr val="lt1">
                  <a:alpha val="70000"/>
                </a:schemeClr>
              </a:solidFill>
              <a:effectLst/>
              <a:uLnTx/>
              <a:uFillTx/>
              <a:cs typeface="+mn-ea"/>
              <a:sym typeface="+mn-lt"/>
            </a:endParaRPr>
          </a:p>
          <a:p>
            <a:pPr marL="0" marR="0" lvl="0" indent="0"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特点：基础序列模型，计算量小但可能梯度消失。</a:t>
            </a:r>
          </a:p>
        </p:txBody>
      </p:sp>
      <p:sp>
        <p:nvSpPr>
          <p:cNvPr id="36" name="íŝlîḍe"/>
          <p:cNvSpPr/>
          <p:nvPr>
            <p:custDataLst>
              <p:tags r:id="rId4"/>
            </p:custDataLst>
          </p:nvPr>
        </p:nvSpPr>
        <p:spPr>
          <a:xfrm flipH="1">
            <a:off x="1208544" y="5025902"/>
            <a:ext cx="614750" cy="614750"/>
          </a:xfrm>
          <a:prstGeom prst="roundRect">
            <a:avLst/>
          </a:prstGeom>
          <a:gradFill>
            <a:gsLst>
              <a:gs pos="0">
                <a:schemeClr val="accent1"/>
              </a:gs>
              <a:gs pos="50000">
                <a:schemeClr val="accent2"/>
              </a:gs>
            </a:gsLst>
            <a:lin ang="270000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r>
              <a:rPr lang="en-US" altLang="zh-CN" sz="2000" b="1" dirty="0">
                <a:solidFill>
                  <a:srgbClr val="FFFFFF"/>
                </a:solidFill>
                <a:cs typeface="+mn-ea"/>
                <a:sym typeface="+mn-lt"/>
              </a:rPr>
              <a:t>05</a:t>
            </a:r>
            <a:endParaRPr lang="zh-CN" altLang="en-US" sz="2000" b="1" dirty="0">
              <a:solidFill>
                <a:srgbClr val="FFFFFF"/>
              </a:solidFill>
              <a:cs typeface="+mn-ea"/>
              <a:sym typeface="+mn-lt"/>
            </a:endParaRPr>
          </a:p>
        </p:txBody>
      </p:sp>
      <p:cxnSp>
        <p:nvCxnSpPr>
          <p:cNvPr id="37" name="iSļîḑe"/>
          <p:cNvCxnSpPr/>
          <p:nvPr/>
        </p:nvCxnSpPr>
        <p:spPr>
          <a:xfrm>
            <a:off x="278765" y="5331813"/>
            <a:ext cx="934072" cy="0"/>
          </a:xfrm>
          <a:prstGeom prst="line">
            <a:avLst/>
          </a:prstGeom>
          <a:ln w="9525" cap="rnd">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38" name="îSlïďè"/>
          <p:cNvSpPr/>
          <p:nvPr>
            <p:custDataLst>
              <p:tags r:id="rId5"/>
            </p:custDataLst>
          </p:nvPr>
        </p:nvSpPr>
        <p:spPr>
          <a:xfrm flipH="1">
            <a:off x="2375535" y="2996565"/>
            <a:ext cx="3252470" cy="3987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kumimoji="1" lang="en-US" altLang="zh-CN" sz="2000" b="1" dirty="0">
                <a:solidFill>
                  <a:schemeClr val="tx1"/>
                </a:solidFill>
                <a:cs typeface="+mn-ea"/>
                <a:sym typeface="+mn-lt"/>
              </a:rPr>
              <a:t>CNN_Model</a:t>
            </a:r>
            <a:r>
              <a:rPr kumimoji="1" lang="zh-CN" altLang="en-US" sz="2000" b="1" dirty="0">
                <a:solidFill>
                  <a:schemeClr val="tx1"/>
                </a:solidFill>
                <a:cs typeface="+mn-ea"/>
                <a:sym typeface="+mn-lt"/>
              </a:rPr>
              <a:t>（卷积网络）</a:t>
            </a:r>
          </a:p>
        </p:txBody>
      </p:sp>
      <p:sp>
        <p:nvSpPr>
          <p:cNvPr id="39" name="íṣḻídê"/>
          <p:cNvSpPr/>
          <p:nvPr>
            <p:custDataLst>
              <p:tags r:id="rId6"/>
            </p:custDataLst>
          </p:nvPr>
        </p:nvSpPr>
        <p:spPr>
          <a:xfrm flipH="1">
            <a:off x="2216150" y="3338195"/>
            <a:ext cx="4665980" cy="1060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结构：</a:t>
            </a:r>
            <a:r>
              <a:rPr kumimoji="0" lang="en-US" altLang="zh-CN" sz="1400" b="0" i="0" u="none" strike="noStrike" kern="1200" cap="none" spc="0" normalizeH="0" baseline="0" noProof="0">
                <a:ln>
                  <a:noFill/>
                </a:ln>
                <a:solidFill>
                  <a:schemeClr val="lt1">
                    <a:alpha val="70000"/>
                  </a:schemeClr>
                </a:solidFill>
                <a:effectLst/>
                <a:uLnTx/>
                <a:uFillTx/>
                <a:cs typeface="+mn-ea"/>
                <a:sym typeface="+mn-lt"/>
              </a:rPr>
              <a:t>1D</a:t>
            </a: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卷积层</a:t>
            </a:r>
            <a:r>
              <a:rPr kumimoji="0" lang="en-US" altLang="zh-CN" sz="1400" b="0" i="0" u="none" strike="noStrike" kern="1200" cap="none" spc="0" normalizeH="0" baseline="0" noProof="0">
                <a:ln>
                  <a:noFill/>
                </a:ln>
                <a:solidFill>
                  <a:schemeClr val="lt1">
                    <a:alpha val="70000"/>
                  </a:schemeClr>
                </a:solidFill>
                <a:effectLst/>
                <a:uLnTx/>
                <a:uFillTx/>
                <a:cs typeface="+mn-ea"/>
                <a:sym typeface="+mn-lt"/>
              </a:rPr>
              <a:t> + </a:t>
            </a: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自适应最大池化，提取局部时序模式后全连接。</a:t>
            </a:r>
            <a:endParaRPr kumimoji="0" lang="en-US" altLang="zh-CN" sz="1400" b="0" i="0" u="none" strike="noStrike" kern="1200" cap="none" spc="0" normalizeH="0" baseline="0" noProof="0">
              <a:ln>
                <a:noFill/>
              </a:ln>
              <a:solidFill>
                <a:schemeClr val="lt1">
                  <a:alpha val="70000"/>
                </a:schemeClr>
              </a:solidFill>
              <a:effectLst/>
              <a:uLnTx/>
              <a:uFillTx/>
              <a:cs typeface="+mn-ea"/>
              <a:sym typeface="+mn-lt"/>
            </a:endParaRPr>
          </a:p>
          <a:p>
            <a:pPr marL="0" marR="0" lvl="0" indent="0"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特点：通过卷积核捕捉局部时序特征，池化保留显著特征。</a:t>
            </a:r>
          </a:p>
        </p:txBody>
      </p:sp>
      <p:sp>
        <p:nvSpPr>
          <p:cNvPr id="40" name="îšḷídé"/>
          <p:cNvSpPr/>
          <p:nvPr>
            <p:custDataLst>
              <p:tags r:id="rId7"/>
            </p:custDataLst>
          </p:nvPr>
        </p:nvSpPr>
        <p:spPr>
          <a:xfrm flipH="1">
            <a:off x="1601939" y="3013520"/>
            <a:ext cx="614750" cy="614750"/>
          </a:xfrm>
          <a:prstGeom prst="roundRect">
            <a:avLst/>
          </a:prstGeom>
          <a:gradFill>
            <a:gsLst>
              <a:gs pos="0">
                <a:schemeClr val="accent4"/>
              </a:gs>
              <a:gs pos="50000">
                <a:schemeClr val="accent3"/>
              </a:gs>
            </a:gsLst>
            <a:lin ang="270000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r>
              <a:rPr lang="en-US" altLang="zh-CN" sz="2000" b="1" dirty="0">
                <a:solidFill>
                  <a:srgbClr val="FFFFFF"/>
                </a:solidFill>
                <a:cs typeface="+mn-ea"/>
                <a:sym typeface="+mn-lt"/>
              </a:rPr>
              <a:t>03</a:t>
            </a:r>
            <a:endParaRPr lang="zh-CN" altLang="en-US" sz="2000" b="1" dirty="0">
              <a:solidFill>
                <a:srgbClr val="FFFFFF"/>
              </a:solidFill>
              <a:cs typeface="+mn-ea"/>
              <a:sym typeface="+mn-lt"/>
            </a:endParaRPr>
          </a:p>
        </p:txBody>
      </p:sp>
      <p:cxnSp>
        <p:nvCxnSpPr>
          <p:cNvPr id="41" name="íślïḓé"/>
          <p:cNvCxnSpPr/>
          <p:nvPr>
            <p:custDataLst>
              <p:tags r:id="rId8"/>
            </p:custDataLst>
          </p:nvPr>
        </p:nvCxnSpPr>
        <p:spPr>
          <a:xfrm>
            <a:off x="316230" y="3334004"/>
            <a:ext cx="1315796" cy="0"/>
          </a:xfrm>
          <a:prstGeom prst="line">
            <a:avLst/>
          </a:prstGeom>
          <a:ln w="9525" cap="rnd">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46" name="íşľíďe"/>
          <p:cNvSpPr/>
          <p:nvPr>
            <p:custDataLst>
              <p:tags r:id="rId9"/>
            </p:custDataLst>
          </p:nvPr>
        </p:nvSpPr>
        <p:spPr>
          <a:xfrm flipH="1">
            <a:off x="1793240" y="953770"/>
            <a:ext cx="2440940" cy="3987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kumimoji="1" lang="en-US" altLang="zh-CN" sz="2000" b="1">
                <a:solidFill>
                  <a:schemeClr val="tx1"/>
                </a:solidFill>
                <a:cs typeface="+mn-ea"/>
                <a:sym typeface="+mn-lt"/>
              </a:rPr>
              <a:t>MPL</a:t>
            </a:r>
            <a:r>
              <a:rPr kumimoji="1" lang="zh-CN" altLang="en-US" sz="2000" b="1">
                <a:solidFill>
                  <a:schemeClr val="tx1"/>
                </a:solidFill>
                <a:cs typeface="+mn-ea"/>
                <a:sym typeface="+mn-lt"/>
              </a:rPr>
              <a:t>（多层感知机）</a:t>
            </a:r>
            <a:endParaRPr kumimoji="1" lang="zh-CN" altLang="en-US" sz="2000" b="1" dirty="0">
              <a:solidFill>
                <a:schemeClr val="tx1"/>
              </a:solidFill>
              <a:cs typeface="+mn-ea"/>
              <a:sym typeface="+mn-lt"/>
            </a:endParaRPr>
          </a:p>
        </p:txBody>
      </p:sp>
      <p:sp>
        <p:nvSpPr>
          <p:cNvPr id="47" name="îSḷïḍe"/>
          <p:cNvSpPr/>
          <p:nvPr>
            <p:custDataLst>
              <p:tags r:id="rId10"/>
            </p:custDataLst>
          </p:nvPr>
        </p:nvSpPr>
        <p:spPr>
          <a:xfrm flipH="1">
            <a:off x="1602105" y="1323340"/>
            <a:ext cx="4829175" cy="13087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结构：</a:t>
            </a:r>
            <a:r>
              <a:rPr kumimoji="0" lang="en-US" altLang="zh-CN" sz="1400" b="0" i="0" u="none" strike="noStrike" kern="1200" cap="none" spc="0" normalizeH="0" baseline="0" noProof="0">
                <a:ln>
                  <a:noFill/>
                </a:ln>
                <a:solidFill>
                  <a:schemeClr val="lt1">
                    <a:alpha val="70000"/>
                  </a:schemeClr>
                </a:solidFill>
                <a:effectLst/>
                <a:uLnTx/>
                <a:uFillTx/>
                <a:cs typeface="+mn-ea"/>
                <a:sym typeface="+mn-lt"/>
              </a:rPr>
              <a:t>2</a:t>
            </a: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层全连接网络，输入层将轨迹展平为</a:t>
            </a:r>
            <a:r>
              <a:rPr kumimoji="0" lang="en-US" altLang="zh-CN" sz="1400" b="0" i="0" u="none" strike="noStrike" kern="1200" cap="none" spc="0" normalizeH="0" baseline="0" noProof="0">
                <a:ln>
                  <a:noFill/>
                </a:ln>
                <a:solidFill>
                  <a:schemeClr val="lt1">
                    <a:alpha val="70000"/>
                  </a:schemeClr>
                </a:solidFill>
                <a:effectLst/>
                <a:uLnTx/>
                <a:uFillTx/>
                <a:cs typeface="+mn-ea"/>
                <a:sym typeface="+mn-lt"/>
              </a:rPr>
              <a:t> max_len*3 </a:t>
            </a: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的特征向量（假设轨迹有位置</a:t>
            </a:r>
            <a:r>
              <a:rPr kumimoji="0" lang="en-US" altLang="zh-CN" sz="1400" b="0" i="0" u="none" strike="noStrike" kern="1200" cap="none" spc="0" normalizeH="0" baseline="0" noProof="0">
                <a:ln>
                  <a:noFill/>
                </a:ln>
                <a:solidFill>
                  <a:schemeClr val="lt1">
                    <a:alpha val="70000"/>
                  </a:schemeClr>
                </a:solidFill>
                <a:effectLst/>
                <a:uLnTx/>
                <a:uFillTx/>
                <a:cs typeface="+mn-ea"/>
                <a:sym typeface="+mn-lt"/>
              </a:rPr>
              <a:t>+</a:t>
            </a: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时间等</a:t>
            </a:r>
            <a:r>
              <a:rPr kumimoji="0" lang="en-US" altLang="zh-CN" sz="1400" b="0" i="0" u="none" strike="noStrike" kern="1200" cap="none" spc="0" normalizeH="0" baseline="0" noProof="0">
                <a:ln>
                  <a:noFill/>
                </a:ln>
                <a:solidFill>
                  <a:schemeClr val="lt1">
                    <a:alpha val="70000"/>
                  </a:schemeClr>
                </a:solidFill>
                <a:effectLst/>
                <a:uLnTx/>
                <a:uFillTx/>
                <a:cs typeface="+mn-ea"/>
                <a:sym typeface="+mn-lt"/>
              </a:rPr>
              <a:t>3</a:t>
            </a: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个特征），通过</a:t>
            </a:r>
            <a:r>
              <a:rPr kumimoji="0" lang="en-US" altLang="zh-CN" sz="1400" b="0" i="0" u="none" strike="noStrike" kern="1200" cap="none" spc="0" normalizeH="0" baseline="0" noProof="0">
                <a:ln>
                  <a:noFill/>
                </a:ln>
                <a:solidFill>
                  <a:schemeClr val="lt1">
                    <a:alpha val="70000"/>
                  </a:schemeClr>
                </a:solidFill>
                <a:effectLst/>
                <a:uLnTx/>
                <a:uFillTx/>
                <a:cs typeface="+mn-ea"/>
                <a:sym typeface="+mn-lt"/>
              </a:rPr>
              <a:t>ReLU</a:t>
            </a: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激活后输出预测。</a:t>
            </a:r>
          </a:p>
          <a:p>
            <a:pPr marL="0" marR="0" lvl="0" indent="0"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lt1">
                    <a:alpha val="70000"/>
                  </a:schemeClr>
                </a:solidFill>
                <a:effectLst/>
                <a:uLnTx/>
                <a:uFillTx/>
                <a:cs typeface="+mn-ea"/>
                <a:sym typeface="+mn-lt"/>
              </a:rPr>
              <a:t>特点：忽略时序关系，将轨迹视为扁平特征；适合简单场景。</a:t>
            </a:r>
          </a:p>
        </p:txBody>
      </p:sp>
      <p:sp>
        <p:nvSpPr>
          <p:cNvPr id="48" name="iṩļíḍé"/>
          <p:cNvSpPr/>
          <p:nvPr>
            <p:custDataLst>
              <p:tags r:id="rId11"/>
            </p:custDataLst>
          </p:nvPr>
        </p:nvSpPr>
        <p:spPr>
          <a:xfrm flipH="1">
            <a:off x="1021854" y="955722"/>
            <a:ext cx="614750" cy="614750"/>
          </a:xfrm>
          <a:prstGeom prst="roundRect">
            <a:avLst/>
          </a:prstGeom>
          <a:gradFill>
            <a:gsLst>
              <a:gs pos="0">
                <a:schemeClr val="accent1"/>
              </a:gs>
              <a:gs pos="50000">
                <a:schemeClr val="accent2"/>
              </a:gs>
            </a:gsLst>
            <a:lin ang="270000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r>
              <a:rPr lang="en-US" altLang="zh-CN" sz="2000" b="1" dirty="0">
                <a:solidFill>
                  <a:srgbClr val="FFFFFF"/>
                </a:solidFill>
                <a:cs typeface="+mn-ea"/>
                <a:sym typeface="+mn-lt"/>
              </a:rPr>
              <a:t>01</a:t>
            </a:r>
            <a:endParaRPr lang="zh-CN" altLang="en-US" sz="2000" b="1" dirty="0">
              <a:solidFill>
                <a:srgbClr val="FFFFFF"/>
              </a:solidFill>
              <a:cs typeface="+mn-ea"/>
              <a:sym typeface="+mn-lt"/>
            </a:endParaRPr>
          </a:p>
        </p:txBody>
      </p:sp>
      <p:cxnSp>
        <p:nvCxnSpPr>
          <p:cNvPr id="49" name="i$ḻîḋê"/>
          <p:cNvCxnSpPr/>
          <p:nvPr/>
        </p:nvCxnSpPr>
        <p:spPr>
          <a:xfrm>
            <a:off x="-228795" y="1252656"/>
            <a:ext cx="1273992" cy="0"/>
          </a:xfrm>
          <a:prstGeom prst="line">
            <a:avLst/>
          </a:prstGeom>
          <a:ln w="9525" cap="rnd">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îṩḷîďé"/>
        <p:cNvGrpSpPr/>
        <p:nvPr/>
      </p:nvGrpSpPr>
      <p:grpSpPr>
        <a:xfrm>
          <a:off x="0" y="0"/>
          <a:ext cx="0" cy="0"/>
          <a:chOff x="0" y="0"/>
          <a:chExt cx="0" cy="0"/>
        </a:xfrm>
      </p:grpSpPr>
      <p:sp>
        <p:nvSpPr>
          <p:cNvPr id="2" name="íṣliḓe"/>
          <p:cNvSpPr>
            <a:spLocks noGrp="1"/>
          </p:cNvSpPr>
          <p:nvPr>
            <p:ph type="title"/>
          </p:nvPr>
        </p:nvSpPr>
        <p:spPr/>
        <p:txBody>
          <a:bodyPr/>
          <a:lstStyle/>
          <a:p>
            <a:r>
              <a:rPr lang="zh-CN" altLang="en-US" b="1">
                <a:latin typeface="+mn-lt"/>
                <a:ea typeface="+mn-ea"/>
                <a:cs typeface="+mn-ea"/>
                <a:sym typeface="+mn-lt"/>
              </a:rPr>
              <a:t>评价指标设计</a:t>
            </a:r>
            <a:endParaRPr lang="zh-CN" altLang="en-US">
              <a:latin typeface="+mn-lt"/>
              <a:ea typeface="+mn-ea"/>
              <a:cs typeface="+mn-ea"/>
              <a:sym typeface="+mn-lt"/>
            </a:endParaRPr>
          </a:p>
        </p:txBody>
      </p:sp>
      <p:sp>
        <p:nvSpPr>
          <p:cNvPr id="3" name="ïṧļïďè"/>
          <p:cNvSpPr>
            <a:spLocks noGrp="1"/>
          </p:cNvSpPr>
          <p:nvPr>
            <p:ph type="sldNum" sz="quarter" idx="12"/>
          </p:nvPr>
        </p:nvSpPr>
        <p:spPr/>
        <p:txBody>
          <a:bodyPr/>
          <a:lstStyle/>
          <a:p>
            <a:fld id="{7F65B630-C7FF-41C0-9923-C5E5E29EED81}" type="slidenum">
              <a:rPr lang="zh-CN" altLang="en-US" smtClean="0">
                <a:cs typeface="+mn-ea"/>
                <a:sym typeface="+mn-lt"/>
              </a:rPr>
              <a:t>14</a:t>
            </a:fld>
            <a:endParaRPr lang="zh-CN" altLang="en-US">
              <a:cs typeface="+mn-ea"/>
              <a:sym typeface="+mn-lt"/>
            </a:endParaRPr>
          </a:p>
        </p:txBody>
      </p:sp>
      <p:grpSp>
        <p:nvGrpSpPr>
          <p:cNvPr id="4" name="iṧḻíďè"/>
          <p:cNvGrpSpPr/>
          <p:nvPr>
            <p:custDataLst>
              <p:tags r:id="rId2"/>
            </p:custDataLst>
          </p:nvPr>
        </p:nvGrpSpPr>
        <p:grpSpPr>
          <a:xfrm>
            <a:off x="645410" y="1330498"/>
            <a:ext cx="11458310" cy="4992774"/>
            <a:chOff x="645410" y="1330498"/>
            <a:chExt cx="11458310" cy="4992774"/>
          </a:xfrm>
        </p:grpSpPr>
        <p:cxnSp>
          <p:nvCxnSpPr>
            <p:cNvPr id="5" name="ïş1íḑê"/>
            <p:cNvCxnSpPr/>
            <p:nvPr>
              <p:custDataLst>
                <p:tags r:id="rId3"/>
              </p:custDataLst>
            </p:nvPr>
          </p:nvCxnSpPr>
          <p:spPr>
            <a:xfrm>
              <a:off x="760184" y="4339352"/>
              <a:ext cx="10560957" cy="0"/>
            </a:xfrm>
            <a:prstGeom prst="straightConnector1">
              <a:avLst/>
            </a:prstGeom>
            <a:ln w="9525">
              <a:solidFill>
                <a:schemeClr val="tx2">
                  <a:lumMod val="20000"/>
                  <a:lumOff val="80000"/>
                </a:schemeClr>
              </a:solidFill>
              <a:tailEnd type="none"/>
            </a:ln>
          </p:spPr>
          <p:style>
            <a:lnRef idx="1">
              <a:schemeClr val="accent1"/>
            </a:lnRef>
            <a:fillRef idx="0">
              <a:schemeClr val="accent1"/>
            </a:fillRef>
            <a:effectRef idx="0">
              <a:schemeClr val="accent1"/>
            </a:effectRef>
            <a:fontRef idx="minor">
              <a:schemeClr val="tx1"/>
            </a:fontRef>
          </p:style>
        </p:cxnSp>
        <p:sp>
          <p:nvSpPr>
            <p:cNvPr id="6" name="îṥ1îdê"/>
            <p:cNvSpPr txBox="1"/>
            <p:nvPr/>
          </p:nvSpPr>
          <p:spPr>
            <a:xfrm>
              <a:off x="645410" y="1330498"/>
              <a:ext cx="4525645" cy="706755"/>
            </a:xfrm>
            <a:prstGeom prst="rect">
              <a:avLst/>
            </a:prstGeom>
            <a:noFill/>
            <a:ln>
              <a:noFill/>
            </a:ln>
          </p:spPr>
          <p:txBody>
            <a:bodyPr wrap="square" lIns="91440" tIns="45720" rIns="91440" bIns="45720" anchor="ctr" anchorCtr="0">
              <a:spAutoFit/>
            </a:bodyPr>
            <a:lstStyle/>
            <a:p>
              <a:pPr marL="0" marR="0" lvl="0" indent="0" defTabSz="913765" rtl="0" eaLnBrk="1" fontAlgn="auto" latinLnBrk="0" hangingPunct="1">
                <a:lnSpc>
                  <a:spcPct val="100000"/>
                </a:lnSpc>
                <a:spcBef>
                  <a:spcPts val="0"/>
                </a:spcBef>
                <a:spcAft>
                  <a:spcPts val="0"/>
                </a:spcAft>
                <a:buClrTx/>
                <a:buSzPct val="25000"/>
                <a:buFontTx/>
                <a:buNone/>
                <a:defRPr/>
              </a:pPr>
              <a:r>
                <a:rPr kumimoji="0" lang="zh-CN" altLang="en-US" sz="4000" b="1" i="0" u="none" strike="noStrike" kern="1200" cap="none" spc="0" normalizeH="0" baseline="0" noProof="0" dirty="0">
                  <a:ln>
                    <a:noFill/>
                  </a:ln>
                  <a:effectLst/>
                  <a:uLnTx/>
                  <a:uFillTx/>
                  <a:cs typeface="+mn-ea"/>
                  <a:sym typeface="+mn-lt"/>
                </a:rPr>
                <a:t>多级</a:t>
              </a:r>
              <a:r>
                <a:rPr kumimoji="0" lang="en-US" altLang="zh-CN" sz="4000" b="1" i="0" u="none" strike="noStrike" kern="1200" cap="none" spc="0" normalizeH="0" baseline="0" noProof="0" dirty="0">
                  <a:ln>
                    <a:noFill/>
                  </a:ln>
                  <a:effectLst/>
                  <a:uLnTx/>
                  <a:uFillTx/>
                  <a:cs typeface="+mn-ea"/>
                  <a:sym typeface="+mn-lt"/>
                </a:rPr>
                <a:t>Top-K</a:t>
              </a:r>
              <a:r>
                <a:rPr kumimoji="0" lang="zh-CN" altLang="en-US" sz="4000" b="1" i="0" u="none" strike="noStrike" kern="1200" cap="none" spc="0" normalizeH="0" baseline="0" noProof="0" dirty="0">
                  <a:ln>
                    <a:noFill/>
                  </a:ln>
                  <a:effectLst/>
                  <a:uLnTx/>
                  <a:uFillTx/>
                  <a:cs typeface="+mn-ea"/>
                  <a:sym typeface="+mn-lt"/>
                </a:rPr>
                <a:t>准确率</a:t>
              </a:r>
            </a:p>
          </p:txBody>
        </p:sp>
        <p:grpSp>
          <p:nvGrpSpPr>
            <p:cNvPr id="8" name="î$1ïḓé"/>
            <p:cNvGrpSpPr/>
            <p:nvPr/>
          </p:nvGrpSpPr>
          <p:grpSpPr>
            <a:xfrm>
              <a:off x="1013890" y="2785579"/>
              <a:ext cx="8439150" cy="1720174"/>
              <a:chOff x="1330500" y="2785579"/>
              <a:chExt cx="8439150" cy="1720174"/>
            </a:xfrm>
          </p:grpSpPr>
          <p:sp>
            <p:nvSpPr>
              <p:cNvPr id="16" name="íś1iḑê"/>
              <p:cNvSpPr/>
              <p:nvPr>
                <p:custDataLst>
                  <p:tags r:id="rId10"/>
                </p:custDataLst>
              </p:nvPr>
            </p:nvSpPr>
            <p:spPr>
              <a:xfrm>
                <a:off x="2833581" y="2785579"/>
                <a:ext cx="3745020" cy="651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en-US" altLang="zh-CN" sz="2800" b="1" dirty="0">
                    <a:solidFill>
                      <a:schemeClr val="tx1"/>
                    </a:solidFill>
                    <a:cs typeface="+mn-ea"/>
                    <a:sym typeface="+mn-lt"/>
                  </a:rPr>
                  <a:t>Top-1 Accuracy</a:t>
                </a:r>
                <a:endParaRPr kumimoji="1" lang="zh-CN" altLang="en-US" sz="2800" b="1" dirty="0">
                  <a:solidFill>
                    <a:schemeClr val="tx1"/>
                  </a:solidFill>
                  <a:cs typeface="+mn-ea"/>
                  <a:sym typeface="+mn-lt"/>
                </a:endParaRPr>
              </a:p>
            </p:txBody>
          </p:sp>
          <p:sp>
            <p:nvSpPr>
              <p:cNvPr id="17" name="iṡļíḑê"/>
              <p:cNvSpPr/>
              <p:nvPr>
                <p:custDataLst>
                  <p:tags r:id="rId11"/>
                </p:custDataLst>
              </p:nvPr>
            </p:nvSpPr>
            <p:spPr>
              <a:xfrm>
                <a:off x="2833545" y="3313264"/>
                <a:ext cx="6936105" cy="11924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a:ln>
                      <a:noFill/>
                    </a:ln>
                    <a:solidFill>
                      <a:schemeClr val="lt1">
                        <a:alpha val="70000"/>
                      </a:schemeClr>
                    </a:solidFill>
                    <a:effectLst/>
                    <a:uLnTx/>
                    <a:uFillTx/>
                    <a:cs typeface="+mn-ea"/>
                    <a:sym typeface="+mn-lt"/>
                  </a:rPr>
                  <a:t>· </a:t>
                </a:r>
                <a:r>
                  <a:rPr kumimoji="0" lang="zh-CN" altLang="en-US" sz="1600" b="0" i="0" u="none" strike="noStrike" kern="1200" cap="none" spc="0" normalizeH="0" baseline="0" noProof="0">
                    <a:ln>
                      <a:noFill/>
                    </a:ln>
                    <a:solidFill>
                      <a:schemeClr val="lt1">
                        <a:alpha val="70000"/>
                      </a:schemeClr>
                    </a:solidFill>
                    <a:effectLst/>
                    <a:uLnTx/>
                    <a:uFillTx/>
                    <a:cs typeface="+mn-ea"/>
                    <a:sym typeface="+mn-lt"/>
                  </a:rPr>
                  <a:t>预测概率最高的位置是否正确</a:t>
                </a:r>
              </a:p>
              <a:p>
                <a:pPr marL="0" marR="0" lvl="0" indent="0"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a:ln>
                      <a:noFill/>
                    </a:ln>
                    <a:solidFill>
                      <a:schemeClr val="lt1">
                        <a:alpha val="70000"/>
                      </a:schemeClr>
                    </a:solidFill>
                    <a:effectLst/>
                    <a:uLnTx/>
                    <a:uFillTx/>
                    <a:cs typeface="+mn-ea"/>
                    <a:sym typeface="+mn-lt"/>
                  </a:rPr>
                  <a:t>· </a:t>
                </a:r>
                <a:r>
                  <a:rPr kumimoji="0" lang="zh-CN" altLang="en-US" sz="1600" b="0" i="0" u="none" strike="noStrike" kern="1200" cap="none" spc="0" normalizeH="0" baseline="0" noProof="0">
                    <a:ln>
                      <a:noFill/>
                    </a:ln>
                    <a:solidFill>
                      <a:schemeClr val="lt1">
                        <a:alpha val="70000"/>
                      </a:schemeClr>
                    </a:solidFill>
                    <a:effectLst/>
                    <a:uLnTx/>
                    <a:uFillTx/>
                    <a:cs typeface="+mn-ea"/>
                    <a:sym typeface="+mn-lt"/>
                  </a:rPr>
                  <a:t>严格指标，反映模型精准预测能力（适合必须精确匹配的场景）</a:t>
                </a:r>
              </a:p>
            </p:txBody>
          </p:sp>
          <p:grpSp>
            <p:nvGrpSpPr>
              <p:cNvPr id="18" name="îş1íḍe"/>
              <p:cNvGrpSpPr/>
              <p:nvPr/>
            </p:nvGrpSpPr>
            <p:grpSpPr>
              <a:xfrm>
                <a:off x="1330500" y="2804233"/>
                <a:ext cx="1284438" cy="1586491"/>
                <a:chOff x="1330500" y="2804233"/>
                <a:chExt cx="1284438" cy="1586491"/>
              </a:xfrm>
            </p:grpSpPr>
            <p:sp>
              <p:nvSpPr>
                <p:cNvPr id="19" name="iṡḷîde"/>
                <p:cNvSpPr/>
                <p:nvPr>
                  <p:custDataLst>
                    <p:tags r:id="rId12"/>
                  </p:custDataLst>
                </p:nvPr>
              </p:nvSpPr>
              <p:spPr>
                <a:xfrm>
                  <a:off x="1330500" y="2804233"/>
                  <a:ext cx="1284438" cy="1284438"/>
                </a:xfrm>
                <a:prstGeom prst="arc">
                  <a:avLst>
                    <a:gd name="adj1" fmla="val 232236"/>
                    <a:gd name="adj2" fmla="val 10741087"/>
                  </a:avLst>
                </a:prstGeom>
                <a:noFill/>
                <a:ln w="25400" cap="rnd">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îṣḻîḓé"/>
                <p:cNvSpPr/>
                <p:nvPr>
                  <p:custDataLst>
                    <p:tags r:id="rId13"/>
                  </p:custDataLst>
                </p:nvPr>
              </p:nvSpPr>
              <p:spPr>
                <a:xfrm>
                  <a:off x="1442147" y="2915880"/>
                  <a:ext cx="1061144" cy="1061144"/>
                </a:xfrm>
                <a:prstGeom prst="ellipse">
                  <a:avLst/>
                </a:prstGeom>
                <a:gradFill>
                  <a:gsLst>
                    <a:gs pos="0">
                      <a:schemeClr val="accent1"/>
                    </a:gs>
                    <a:gs pos="50000">
                      <a:schemeClr val="accent2"/>
                    </a:gs>
                  </a:gsLst>
                  <a:lin ang="270000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2000" b="1">
                    <a:solidFill>
                      <a:srgbClr val="FFFFFF"/>
                    </a:solidFill>
                    <a:cs typeface="+mn-ea"/>
                    <a:sym typeface="+mn-lt"/>
                  </a:endParaRPr>
                </a:p>
              </p:txBody>
            </p:sp>
            <p:sp>
              <p:nvSpPr>
                <p:cNvPr id="21" name="íSlîďè"/>
                <p:cNvSpPr/>
                <p:nvPr>
                  <p:custDataLst>
                    <p:tags r:id="rId14"/>
                  </p:custDataLst>
                </p:nvPr>
              </p:nvSpPr>
              <p:spPr>
                <a:xfrm>
                  <a:off x="1920907" y="4287100"/>
                  <a:ext cx="103624" cy="10362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ïṣḻiḍê"/>
                <p:cNvSpPr/>
                <p:nvPr>
                  <p:custDataLst>
                    <p:tags r:id="rId15"/>
                  </p:custDataLst>
                </p:nvPr>
              </p:nvSpPr>
              <p:spPr>
                <a:xfrm>
                  <a:off x="1763998" y="3280249"/>
                  <a:ext cx="417442" cy="332407"/>
                </a:xfrm>
                <a:custGeom>
                  <a:avLst/>
                  <a:gdLst>
                    <a:gd name="connsiteX0" fmla="*/ 486767 w 514350"/>
                    <a:gd name="connsiteY0" fmla="*/ 621 h 409575"/>
                    <a:gd name="connsiteX1" fmla="*/ 515342 w 514350"/>
                    <a:gd name="connsiteY1" fmla="*/ 29196 h 409575"/>
                    <a:gd name="connsiteX2" fmla="*/ 515342 w 514350"/>
                    <a:gd name="connsiteY2" fmla="*/ 324471 h 409575"/>
                    <a:gd name="connsiteX3" fmla="*/ 486767 w 514350"/>
                    <a:gd name="connsiteY3" fmla="*/ 353046 h 409575"/>
                    <a:gd name="connsiteX4" fmla="*/ 192445 w 514350"/>
                    <a:gd name="connsiteY4" fmla="*/ 353046 h 409575"/>
                    <a:gd name="connsiteX5" fmla="*/ 115292 w 514350"/>
                    <a:gd name="connsiteY5" fmla="*/ 410196 h 409575"/>
                    <a:gd name="connsiteX6" fmla="*/ 115292 w 514350"/>
                    <a:gd name="connsiteY6" fmla="*/ 353046 h 409575"/>
                    <a:gd name="connsiteX7" fmla="*/ 29567 w 514350"/>
                    <a:gd name="connsiteY7" fmla="*/ 353046 h 409575"/>
                    <a:gd name="connsiteX8" fmla="*/ 992 w 514350"/>
                    <a:gd name="connsiteY8" fmla="*/ 324471 h 409575"/>
                    <a:gd name="connsiteX9" fmla="*/ 992 w 514350"/>
                    <a:gd name="connsiteY9" fmla="*/ 29196 h 409575"/>
                    <a:gd name="connsiteX10" fmla="*/ 29567 w 514350"/>
                    <a:gd name="connsiteY10" fmla="*/ 621 h 409575"/>
                    <a:gd name="connsiteX11" fmla="*/ 486767 w 514350"/>
                    <a:gd name="connsiteY11" fmla="*/ 621 h 409575"/>
                    <a:gd name="connsiteX12" fmla="*/ 124817 w 514350"/>
                    <a:gd name="connsiteY12" fmla="*/ 143496 h 409575"/>
                    <a:gd name="connsiteX13" fmla="*/ 91480 w 514350"/>
                    <a:gd name="connsiteY13" fmla="*/ 176834 h 409575"/>
                    <a:gd name="connsiteX14" fmla="*/ 124817 w 514350"/>
                    <a:gd name="connsiteY14" fmla="*/ 210171 h 409575"/>
                    <a:gd name="connsiteX15" fmla="*/ 158155 w 514350"/>
                    <a:gd name="connsiteY15" fmla="*/ 176834 h 409575"/>
                    <a:gd name="connsiteX16" fmla="*/ 124817 w 514350"/>
                    <a:gd name="connsiteY16" fmla="*/ 143496 h 409575"/>
                    <a:gd name="connsiteX17" fmla="*/ 258167 w 514350"/>
                    <a:gd name="connsiteY17" fmla="*/ 143496 h 409575"/>
                    <a:gd name="connsiteX18" fmla="*/ 224830 w 514350"/>
                    <a:gd name="connsiteY18" fmla="*/ 176834 h 409575"/>
                    <a:gd name="connsiteX19" fmla="*/ 258167 w 514350"/>
                    <a:gd name="connsiteY19" fmla="*/ 210171 h 409575"/>
                    <a:gd name="connsiteX20" fmla="*/ 291505 w 514350"/>
                    <a:gd name="connsiteY20" fmla="*/ 176834 h 409575"/>
                    <a:gd name="connsiteX21" fmla="*/ 258167 w 514350"/>
                    <a:gd name="connsiteY21" fmla="*/ 143496 h 409575"/>
                    <a:gd name="connsiteX22" fmla="*/ 391517 w 514350"/>
                    <a:gd name="connsiteY22" fmla="*/ 143496 h 409575"/>
                    <a:gd name="connsiteX23" fmla="*/ 358180 w 514350"/>
                    <a:gd name="connsiteY23" fmla="*/ 176834 h 409575"/>
                    <a:gd name="connsiteX24" fmla="*/ 391517 w 514350"/>
                    <a:gd name="connsiteY24" fmla="*/ 210171 h 409575"/>
                    <a:gd name="connsiteX25" fmla="*/ 424855 w 514350"/>
                    <a:gd name="connsiteY25" fmla="*/ 176834 h 409575"/>
                    <a:gd name="connsiteX26" fmla="*/ 391517 w 514350"/>
                    <a:gd name="connsiteY26" fmla="*/ 143496 h 409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14350" h="409575">
                      <a:moveTo>
                        <a:pt x="486767" y="621"/>
                      </a:moveTo>
                      <a:cubicBezTo>
                        <a:pt x="502960" y="621"/>
                        <a:pt x="515342" y="13004"/>
                        <a:pt x="515342" y="29196"/>
                      </a:cubicBezTo>
                      <a:lnTo>
                        <a:pt x="515342" y="324471"/>
                      </a:lnTo>
                      <a:cubicBezTo>
                        <a:pt x="515342" y="340664"/>
                        <a:pt x="502960" y="353046"/>
                        <a:pt x="486767" y="353046"/>
                      </a:cubicBezTo>
                      <a:lnTo>
                        <a:pt x="192445" y="353046"/>
                      </a:lnTo>
                      <a:lnTo>
                        <a:pt x="115292" y="410196"/>
                      </a:lnTo>
                      <a:lnTo>
                        <a:pt x="115292" y="353046"/>
                      </a:lnTo>
                      <a:lnTo>
                        <a:pt x="29567" y="353046"/>
                      </a:lnTo>
                      <a:cubicBezTo>
                        <a:pt x="13374" y="353046"/>
                        <a:pt x="992" y="340664"/>
                        <a:pt x="992" y="324471"/>
                      </a:cubicBezTo>
                      <a:lnTo>
                        <a:pt x="992" y="29196"/>
                      </a:lnTo>
                      <a:cubicBezTo>
                        <a:pt x="992" y="13004"/>
                        <a:pt x="13374" y="621"/>
                        <a:pt x="29567" y="621"/>
                      </a:cubicBezTo>
                      <a:lnTo>
                        <a:pt x="486767" y="621"/>
                      </a:lnTo>
                      <a:close/>
                      <a:moveTo>
                        <a:pt x="124817" y="143496"/>
                      </a:moveTo>
                      <a:cubicBezTo>
                        <a:pt x="106720" y="143496"/>
                        <a:pt x="91480" y="158736"/>
                        <a:pt x="91480" y="176834"/>
                      </a:cubicBezTo>
                      <a:cubicBezTo>
                        <a:pt x="91480" y="194931"/>
                        <a:pt x="106720" y="210171"/>
                        <a:pt x="124817" y="210171"/>
                      </a:cubicBezTo>
                      <a:cubicBezTo>
                        <a:pt x="142914" y="210171"/>
                        <a:pt x="158155" y="194931"/>
                        <a:pt x="158155" y="176834"/>
                      </a:cubicBezTo>
                      <a:cubicBezTo>
                        <a:pt x="158155" y="157784"/>
                        <a:pt x="142914" y="143496"/>
                        <a:pt x="124817" y="143496"/>
                      </a:cubicBezTo>
                      <a:close/>
                      <a:moveTo>
                        <a:pt x="258167" y="143496"/>
                      </a:moveTo>
                      <a:cubicBezTo>
                        <a:pt x="240070" y="143496"/>
                        <a:pt x="224830" y="158736"/>
                        <a:pt x="224830" y="176834"/>
                      </a:cubicBezTo>
                      <a:cubicBezTo>
                        <a:pt x="224830" y="194931"/>
                        <a:pt x="240070" y="210171"/>
                        <a:pt x="258167" y="210171"/>
                      </a:cubicBezTo>
                      <a:cubicBezTo>
                        <a:pt x="276264" y="210171"/>
                        <a:pt x="291505" y="194931"/>
                        <a:pt x="291505" y="176834"/>
                      </a:cubicBezTo>
                      <a:cubicBezTo>
                        <a:pt x="291505" y="157784"/>
                        <a:pt x="276264" y="143496"/>
                        <a:pt x="258167" y="143496"/>
                      </a:cubicBezTo>
                      <a:close/>
                      <a:moveTo>
                        <a:pt x="391517" y="143496"/>
                      </a:moveTo>
                      <a:cubicBezTo>
                        <a:pt x="373420" y="143496"/>
                        <a:pt x="358180" y="158736"/>
                        <a:pt x="358180" y="176834"/>
                      </a:cubicBezTo>
                      <a:cubicBezTo>
                        <a:pt x="358180" y="194931"/>
                        <a:pt x="373420" y="210171"/>
                        <a:pt x="391517" y="210171"/>
                      </a:cubicBezTo>
                      <a:cubicBezTo>
                        <a:pt x="409614" y="210171"/>
                        <a:pt x="424855" y="194931"/>
                        <a:pt x="424855" y="176834"/>
                      </a:cubicBezTo>
                      <a:cubicBezTo>
                        <a:pt x="424855" y="157784"/>
                        <a:pt x="409614" y="143496"/>
                        <a:pt x="391517" y="143496"/>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solidFill>
                      <a:schemeClr val="bg1"/>
                    </a:solidFill>
                    <a:cs typeface="+mn-ea"/>
                    <a:sym typeface="+mn-lt"/>
                  </a:endParaRPr>
                </a:p>
              </p:txBody>
            </p:sp>
          </p:grpSp>
        </p:grpSp>
        <p:grpSp>
          <p:nvGrpSpPr>
            <p:cNvPr id="9" name="í$lïďê"/>
            <p:cNvGrpSpPr/>
            <p:nvPr/>
          </p:nvGrpSpPr>
          <p:grpSpPr>
            <a:xfrm>
              <a:off x="6371575" y="4291907"/>
              <a:ext cx="5732145" cy="2031365"/>
              <a:chOff x="6716487" y="2605625"/>
              <a:chExt cx="5732145" cy="2031365"/>
            </a:xfrm>
          </p:grpSpPr>
          <p:sp>
            <p:nvSpPr>
              <p:cNvPr id="10" name="ísḷïḓè"/>
              <p:cNvSpPr/>
              <p:nvPr>
                <p:custDataLst>
                  <p:tags r:id="rId4"/>
                </p:custDataLst>
              </p:nvPr>
            </p:nvSpPr>
            <p:spPr>
              <a:xfrm>
                <a:off x="8219532" y="2910360"/>
                <a:ext cx="4229100" cy="5271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en-US" altLang="zh-CN" sz="2800" b="1" dirty="0">
                    <a:solidFill>
                      <a:schemeClr val="tx1"/>
                    </a:solidFill>
                    <a:cs typeface="+mn-ea"/>
                    <a:sym typeface="+mn-lt"/>
                  </a:rPr>
                  <a:t>Top-5/10/20 Accuracy</a:t>
                </a:r>
              </a:p>
            </p:txBody>
          </p:sp>
          <p:sp>
            <p:nvSpPr>
              <p:cNvPr id="11" name="ïşlïḍê"/>
              <p:cNvSpPr/>
              <p:nvPr>
                <p:custDataLst>
                  <p:tags r:id="rId5"/>
                </p:custDataLst>
              </p:nvPr>
            </p:nvSpPr>
            <p:spPr>
              <a:xfrm>
                <a:off x="8219532" y="3313650"/>
                <a:ext cx="3982720" cy="13233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a:ln>
                      <a:noFill/>
                    </a:ln>
                    <a:solidFill>
                      <a:schemeClr val="lt1">
                        <a:alpha val="70000"/>
                      </a:schemeClr>
                    </a:solidFill>
                    <a:effectLst/>
                    <a:uLnTx/>
                    <a:uFillTx/>
                    <a:cs typeface="+mn-ea"/>
                    <a:sym typeface="+mn-lt"/>
                  </a:rPr>
                  <a:t>· </a:t>
                </a:r>
                <a:r>
                  <a:rPr kumimoji="0" lang="zh-CN" altLang="en-US" sz="1600" b="0" i="0" u="none" strike="noStrike" kern="1200" cap="none" spc="0" normalizeH="0" baseline="0" noProof="0">
                    <a:ln>
                      <a:noFill/>
                    </a:ln>
                    <a:solidFill>
                      <a:schemeClr val="lt1">
                        <a:alpha val="70000"/>
                      </a:schemeClr>
                    </a:solidFill>
                    <a:effectLst/>
                    <a:uLnTx/>
                    <a:uFillTx/>
                    <a:cs typeface="+mn-ea"/>
                    <a:sym typeface="+mn-lt"/>
                  </a:rPr>
                  <a:t>真实标签是否在前</a:t>
                </a:r>
                <a:r>
                  <a:rPr kumimoji="0" lang="en-US" altLang="zh-CN" sz="1600" b="0" i="0" u="none" strike="noStrike" kern="1200" cap="none" spc="0" normalizeH="0" baseline="0" noProof="0">
                    <a:ln>
                      <a:noFill/>
                    </a:ln>
                    <a:solidFill>
                      <a:schemeClr val="lt1">
                        <a:alpha val="70000"/>
                      </a:schemeClr>
                    </a:solidFill>
                    <a:effectLst/>
                    <a:uLnTx/>
                    <a:uFillTx/>
                    <a:cs typeface="+mn-ea"/>
                    <a:sym typeface="+mn-lt"/>
                  </a:rPr>
                  <a:t>5/10/20</a:t>
                </a:r>
                <a:r>
                  <a:rPr kumimoji="0" lang="zh-CN" altLang="en-US" sz="1600" b="0" i="0" u="none" strike="noStrike" kern="1200" cap="none" spc="0" normalizeH="0" baseline="0" noProof="0">
                    <a:ln>
                      <a:noFill/>
                    </a:ln>
                    <a:solidFill>
                      <a:schemeClr val="lt1">
                        <a:alpha val="70000"/>
                      </a:schemeClr>
                    </a:solidFill>
                    <a:effectLst/>
                    <a:uLnTx/>
                    <a:uFillTx/>
                    <a:cs typeface="+mn-ea"/>
                    <a:sym typeface="+mn-lt"/>
                  </a:rPr>
                  <a:t>个预测位置中</a:t>
                </a:r>
              </a:p>
              <a:p>
                <a:pPr marL="0" marR="0" lvl="0" indent="0"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a:ln>
                      <a:noFill/>
                    </a:ln>
                    <a:solidFill>
                      <a:schemeClr val="lt1">
                        <a:alpha val="70000"/>
                      </a:schemeClr>
                    </a:solidFill>
                    <a:effectLst/>
                    <a:uLnTx/>
                    <a:uFillTx/>
                    <a:cs typeface="+mn-ea"/>
                    <a:sym typeface="+mn-lt"/>
                  </a:rPr>
                  <a:t>· </a:t>
                </a:r>
                <a:r>
                  <a:rPr kumimoji="0" lang="zh-CN" altLang="en-US" sz="1600" b="0" i="0" u="none" strike="noStrike" kern="1200" cap="none" spc="0" normalizeH="0" baseline="0" noProof="0">
                    <a:ln>
                      <a:noFill/>
                    </a:ln>
                    <a:solidFill>
                      <a:schemeClr val="lt1">
                        <a:alpha val="70000"/>
                      </a:schemeClr>
                    </a:solidFill>
                    <a:effectLst/>
                    <a:uLnTx/>
                    <a:uFillTx/>
                    <a:cs typeface="+mn-ea"/>
                    <a:sym typeface="+mn-lt"/>
                  </a:rPr>
                  <a:t>宽松指标，反映模型召回能力（适合推荐系统等允许候选列表的场景）</a:t>
                </a:r>
              </a:p>
            </p:txBody>
          </p:sp>
          <p:sp>
            <p:nvSpPr>
              <p:cNvPr id="12" name="ïṥļïdé"/>
              <p:cNvSpPr/>
              <p:nvPr>
                <p:custDataLst>
                  <p:tags r:id="rId6"/>
                </p:custDataLst>
              </p:nvPr>
            </p:nvSpPr>
            <p:spPr>
              <a:xfrm>
                <a:off x="6716487" y="2804233"/>
                <a:ext cx="1284438" cy="1284438"/>
              </a:xfrm>
              <a:prstGeom prst="arc">
                <a:avLst>
                  <a:gd name="adj1" fmla="val 232236"/>
                  <a:gd name="adj2" fmla="val 10741087"/>
                </a:avLst>
              </a:prstGeom>
              <a:noFill/>
              <a:ln w="25400" cap="rnd">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îS1îḑê"/>
              <p:cNvSpPr/>
              <p:nvPr>
                <p:custDataLst>
                  <p:tags r:id="rId7"/>
                </p:custDataLst>
              </p:nvPr>
            </p:nvSpPr>
            <p:spPr>
              <a:xfrm>
                <a:off x="6828134" y="2915880"/>
                <a:ext cx="1061144" cy="1061144"/>
              </a:xfrm>
              <a:prstGeom prst="ellipse">
                <a:avLst/>
              </a:prstGeom>
              <a:gradFill>
                <a:gsLst>
                  <a:gs pos="0">
                    <a:schemeClr val="accent4"/>
                  </a:gs>
                  <a:gs pos="50000">
                    <a:schemeClr val="accent3"/>
                  </a:gs>
                </a:gsLst>
                <a:lin ang="2700000" scaled="0"/>
              </a:gradFill>
              <a:ln w="12700" cap="rnd">
                <a:noFill/>
                <a:prstDash val="solid"/>
                <a:round/>
              </a:ln>
              <a:effectLst>
                <a:outerShdw blurRad="76200" dist="50800" dir="5400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2000" b="1" dirty="0">
                  <a:solidFill>
                    <a:srgbClr val="FFFFFF"/>
                  </a:solidFill>
                  <a:cs typeface="+mn-ea"/>
                  <a:sym typeface="+mn-lt"/>
                </a:endParaRPr>
              </a:p>
            </p:txBody>
          </p:sp>
          <p:sp>
            <p:nvSpPr>
              <p:cNvPr id="14" name="iSḻïdê"/>
              <p:cNvSpPr/>
              <p:nvPr>
                <p:custDataLst>
                  <p:tags r:id="rId8"/>
                </p:custDataLst>
              </p:nvPr>
            </p:nvSpPr>
            <p:spPr>
              <a:xfrm>
                <a:off x="7306894" y="2605625"/>
                <a:ext cx="103624" cy="10362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ïṧļïḋé"/>
              <p:cNvSpPr/>
              <p:nvPr>
                <p:custDataLst>
                  <p:tags r:id="rId9"/>
                </p:custDataLst>
              </p:nvPr>
            </p:nvSpPr>
            <p:spPr>
              <a:xfrm>
                <a:off x="7157716" y="3226136"/>
                <a:ext cx="401981" cy="440633"/>
              </a:xfrm>
              <a:custGeom>
                <a:avLst/>
                <a:gdLst>
                  <a:gd name="connsiteX0" fmla="*/ 248770 w 495300"/>
                  <a:gd name="connsiteY0" fmla="*/ 621 h 542925"/>
                  <a:gd name="connsiteX1" fmla="*/ 496420 w 495300"/>
                  <a:gd name="connsiteY1" fmla="*/ 248271 h 542925"/>
                  <a:gd name="connsiteX2" fmla="*/ 324017 w 495300"/>
                  <a:gd name="connsiteY2" fmla="*/ 484491 h 542925"/>
                  <a:gd name="connsiteX3" fmla="*/ 346877 w 495300"/>
                  <a:gd name="connsiteY3" fmla="*/ 524496 h 542925"/>
                  <a:gd name="connsiteX4" fmla="*/ 420220 w 495300"/>
                  <a:gd name="connsiteY4" fmla="*/ 524496 h 542925"/>
                  <a:gd name="connsiteX5" fmla="*/ 420220 w 495300"/>
                  <a:gd name="connsiteY5" fmla="*/ 543546 h 542925"/>
                  <a:gd name="connsiteX6" fmla="*/ 77320 w 495300"/>
                  <a:gd name="connsiteY6" fmla="*/ 543546 h 542925"/>
                  <a:gd name="connsiteX7" fmla="*/ 77320 w 495300"/>
                  <a:gd name="connsiteY7" fmla="*/ 524496 h 542925"/>
                  <a:gd name="connsiteX8" fmla="*/ 150663 w 495300"/>
                  <a:gd name="connsiteY8" fmla="*/ 524496 h 542925"/>
                  <a:gd name="connsiteX9" fmla="*/ 173523 w 495300"/>
                  <a:gd name="connsiteY9" fmla="*/ 484491 h 542925"/>
                  <a:gd name="connsiteX10" fmla="*/ 1120 w 495300"/>
                  <a:gd name="connsiteY10" fmla="*/ 248271 h 542925"/>
                  <a:gd name="connsiteX11" fmla="*/ 248770 w 495300"/>
                  <a:gd name="connsiteY11" fmla="*/ 621 h 542925"/>
                  <a:gd name="connsiteX12" fmla="*/ 192573 w 495300"/>
                  <a:gd name="connsiteY12" fmla="*/ 489254 h 542925"/>
                  <a:gd name="connsiteX13" fmla="*/ 172570 w 495300"/>
                  <a:gd name="connsiteY13" fmla="*/ 524496 h 542925"/>
                  <a:gd name="connsiteX14" fmla="*/ 324970 w 495300"/>
                  <a:gd name="connsiteY14" fmla="*/ 524496 h 542925"/>
                  <a:gd name="connsiteX15" fmla="*/ 304967 w 495300"/>
                  <a:gd name="connsiteY15" fmla="*/ 489254 h 542925"/>
                  <a:gd name="connsiteX16" fmla="*/ 248770 w 495300"/>
                  <a:gd name="connsiteY16" fmla="*/ 495921 h 542925"/>
                  <a:gd name="connsiteX17" fmla="*/ 192573 w 495300"/>
                  <a:gd name="connsiteY17" fmla="*/ 489254 h 542925"/>
                  <a:gd name="connsiteX18" fmla="*/ 248770 w 495300"/>
                  <a:gd name="connsiteY18" fmla="*/ 143496 h 542925"/>
                  <a:gd name="connsiteX19" fmla="*/ 143995 w 495300"/>
                  <a:gd name="connsiteY19" fmla="*/ 248271 h 542925"/>
                  <a:gd name="connsiteX20" fmla="*/ 248770 w 495300"/>
                  <a:gd name="connsiteY20" fmla="*/ 353046 h 542925"/>
                  <a:gd name="connsiteX21" fmla="*/ 353545 w 495300"/>
                  <a:gd name="connsiteY21" fmla="*/ 248271 h 542925"/>
                  <a:gd name="connsiteX22" fmla="*/ 248770 w 495300"/>
                  <a:gd name="connsiteY22" fmla="*/ 143496 h 542925"/>
                  <a:gd name="connsiteX23" fmla="*/ 367833 w 495300"/>
                  <a:gd name="connsiteY23" fmla="*/ 114921 h 542925"/>
                  <a:gd name="connsiteX24" fmla="*/ 353545 w 495300"/>
                  <a:gd name="connsiteY24" fmla="*/ 129209 h 542925"/>
                  <a:gd name="connsiteX25" fmla="*/ 367833 w 495300"/>
                  <a:gd name="connsiteY25" fmla="*/ 143496 h 542925"/>
                  <a:gd name="connsiteX26" fmla="*/ 382120 w 495300"/>
                  <a:gd name="connsiteY26" fmla="*/ 129209 h 542925"/>
                  <a:gd name="connsiteX27" fmla="*/ 367833 w 495300"/>
                  <a:gd name="connsiteY27" fmla="*/ 114921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95300" h="542925">
                    <a:moveTo>
                      <a:pt x="248770" y="621"/>
                    </a:moveTo>
                    <a:cubicBezTo>
                      <a:pt x="385930" y="621"/>
                      <a:pt x="496420" y="111111"/>
                      <a:pt x="496420" y="248271"/>
                    </a:cubicBezTo>
                    <a:cubicBezTo>
                      <a:pt x="496420" y="358761"/>
                      <a:pt x="424030" y="452106"/>
                      <a:pt x="324017" y="484491"/>
                    </a:cubicBezTo>
                    <a:lnTo>
                      <a:pt x="346877" y="524496"/>
                    </a:lnTo>
                    <a:lnTo>
                      <a:pt x="420220" y="524496"/>
                    </a:lnTo>
                    <a:lnTo>
                      <a:pt x="420220" y="543546"/>
                    </a:lnTo>
                    <a:lnTo>
                      <a:pt x="77320" y="543546"/>
                    </a:lnTo>
                    <a:lnTo>
                      <a:pt x="77320" y="524496"/>
                    </a:lnTo>
                    <a:lnTo>
                      <a:pt x="150663" y="524496"/>
                    </a:lnTo>
                    <a:lnTo>
                      <a:pt x="173523" y="484491"/>
                    </a:lnTo>
                    <a:cubicBezTo>
                      <a:pt x="73510" y="453059"/>
                      <a:pt x="1120" y="358761"/>
                      <a:pt x="1120" y="248271"/>
                    </a:cubicBezTo>
                    <a:cubicBezTo>
                      <a:pt x="1120" y="111111"/>
                      <a:pt x="111610" y="621"/>
                      <a:pt x="248770" y="621"/>
                    </a:cubicBezTo>
                    <a:close/>
                    <a:moveTo>
                      <a:pt x="192573" y="489254"/>
                    </a:moveTo>
                    <a:lnTo>
                      <a:pt x="172570" y="524496"/>
                    </a:lnTo>
                    <a:lnTo>
                      <a:pt x="324970" y="524496"/>
                    </a:lnTo>
                    <a:lnTo>
                      <a:pt x="304967" y="489254"/>
                    </a:lnTo>
                    <a:cubicBezTo>
                      <a:pt x="286870" y="493064"/>
                      <a:pt x="267820" y="495921"/>
                      <a:pt x="248770" y="495921"/>
                    </a:cubicBezTo>
                    <a:cubicBezTo>
                      <a:pt x="229720" y="495921"/>
                      <a:pt x="210670" y="493064"/>
                      <a:pt x="192573" y="489254"/>
                    </a:cubicBezTo>
                    <a:close/>
                    <a:moveTo>
                      <a:pt x="248770" y="143496"/>
                    </a:moveTo>
                    <a:cubicBezTo>
                      <a:pt x="190667" y="143496"/>
                      <a:pt x="143995" y="190169"/>
                      <a:pt x="143995" y="248271"/>
                    </a:cubicBezTo>
                    <a:cubicBezTo>
                      <a:pt x="143995" y="306374"/>
                      <a:pt x="190667" y="353046"/>
                      <a:pt x="248770" y="353046"/>
                    </a:cubicBezTo>
                    <a:cubicBezTo>
                      <a:pt x="306873" y="353046"/>
                      <a:pt x="353545" y="306374"/>
                      <a:pt x="353545" y="248271"/>
                    </a:cubicBezTo>
                    <a:cubicBezTo>
                      <a:pt x="353545" y="190169"/>
                      <a:pt x="306873" y="143496"/>
                      <a:pt x="248770" y="143496"/>
                    </a:cubicBezTo>
                    <a:close/>
                    <a:moveTo>
                      <a:pt x="367833" y="114921"/>
                    </a:moveTo>
                    <a:cubicBezTo>
                      <a:pt x="360213" y="114921"/>
                      <a:pt x="353545" y="121589"/>
                      <a:pt x="353545" y="129209"/>
                    </a:cubicBezTo>
                    <a:cubicBezTo>
                      <a:pt x="353545" y="136829"/>
                      <a:pt x="360213" y="143496"/>
                      <a:pt x="367833" y="143496"/>
                    </a:cubicBezTo>
                    <a:cubicBezTo>
                      <a:pt x="375452" y="143496"/>
                      <a:pt x="382120" y="136829"/>
                      <a:pt x="382120" y="129209"/>
                    </a:cubicBezTo>
                    <a:cubicBezTo>
                      <a:pt x="382120" y="121589"/>
                      <a:pt x="375452" y="114921"/>
                      <a:pt x="367833" y="114921"/>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dirty="0">
                  <a:cs typeface="+mn-ea"/>
                  <a:sym typeface="+mn-lt"/>
                </a:endParaRPr>
              </a:p>
            </p:txBody>
          </p:sp>
        </p:grpSp>
      </p:gr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ïṩlïḓê"/>
        <p:cNvGrpSpPr/>
        <p:nvPr/>
      </p:nvGrpSpPr>
      <p:grpSpPr>
        <a:xfrm>
          <a:off x="0" y="0"/>
          <a:ext cx="0" cy="0"/>
          <a:chOff x="0" y="0"/>
          <a:chExt cx="0" cy="0"/>
        </a:xfrm>
      </p:grpSpPr>
      <p:sp>
        <p:nvSpPr>
          <p:cNvPr id="4" name="išliḋê"/>
          <p:cNvSpPr>
            <a:spLocks noGrp="1"/>
          </p:cNvSpPr>
          <p:nvPr>
            <p:ph type="title"/>
          </p:nvPr>
        </p:nvSpPr>
        <p:spPr>
          <a:xfrm>
            <a:off x="3282663" y="3131461"/>
            <a:ext cx="5731164" cy="700405"/>
          </a:xfrm>
        </p:spPr>
        <p:txBody>
          <a:bodyPr/>
          <a:lstStyle/>
          <a:p>
            <a:r>
              <a:rPr dirty="0">
                <a:latin typeface="+mn-lt"/>
                <a:ea typeface="+mn-ea"/>
                <a:cs typeface="+mn-ea"/>
                <a:sym typeface="+mn-lt"/>
              </a:rPr>
              <a:t>实验结果</a:t>
            </a:r>
          </a:p>
        </p:txBody>
      </p:sp>
      <p:sp>
        <p:nvSpPr>
          <p:cNvPr id="5" name="íṥ1îḋê"/>
          <p:cNvSpPr>
            <a:spLocks noGrp="1"/>
          </p:cNvSpPr>
          <p:nvPr>
            <p:ph type="body" idx="1"/>
          </p:nvPr>
        </p:nvSpPr>
        <p:spPr/>
        <p:txBody>
          <a:bodyPr/>
          <a:lstStyle/>
          <a:p>
            <a:r>
              <a:rPr lang="zh-CN" altLang="en-US">
                <a:cs typeface="+mn-ea"/>
                <a:sym typeface="+mn-lt"/>
              </a:rPr>
              <a:t>在这里输入你的正文阐述与关键词标题相关的具体内容</a:t>
            </a:r>
            <a:endParaRPr lang="zh-CN" altLang="en-US" dirty="0">
              <a:cs typeface="+mn-ea"/>
              <a:sym typeface="+mn-lt"/>
            </a:endParaRPr>
          </a:p>
        </p:txBody>
      </p:sp>
      <p:sp>
        <p:nvSpPr>
          <p:cNvPr id="2" name="ïṣļïḑé"/>
          <p:cNvSpPr>
            <a:spLocks noGrp="1"/>
          </p:cNvSpPr>
          <p:nvPr>
            <p:ph type="sldNum" sz="quarter" idx="12"/>
          </p:nvPr>
        </p:nvSpPr>
        <p:spPr/>
        <p:txBody>
          <a:bodyPr/>
          <a:lstStyle/>
          <a:p>
            <a:fld id="{7F65B630-C7FF-41C0-9923-C5E5E29EED81}" type="slidenum">
              <a:rPr lang="zh-CN" altLang="en-US" smtClean="0">
                <a:cs typeface="+mn-ea"/>
                <a:sym typeface="+mn-lt"/>
              </a:rPr>
              <a:t>15</a:t>
            </a:fld>
            <a:endParaRPr lang="zh-CN" altLang="en-US">
              <a:cs typeface="+mn-ea"/>
              <a:sym typeface="+mn-lt"/>
            </a:endParaRPr>
          </a:p>
        </p:txBody>
      </p:sp>
      <p:sp>
        <p:nvSpPr>
          <p:cNvPr id="3" name="íşḷidé"/>
          <p:cNvSpPr txBox="1"/>
          <p:nvPr/>
        </p:nvSpPr>
        <p:spPr>
          <a:xfrm>
            <a:off x="5584629" y="2019382"/>
            <a:ext cx="1115060" cy="1004570"/>
          </a:xfrm>
          <a:prstGeom prst="rect">
            <a:avLst/>
          </a:prstGeom>
        </p:spPr>
        <p:txBody>
          <a:bodyPr vert="horz" wrap="none" lIns="91440" tIns="45720" rIns="91440" bIns="45720" rtlCol="0" anchor="b">
            <a:spAutoFit/>
          </a:bodyPr>
          <a:lstStyle>
            <a:lvl1pPr algn="l" defTabSz="914400" rtl="0" eaLnBrk="1" latinLnBrk="0" hangingPunct="1">
              <a:lnSpc>
                <a:spcPct val="90000"/>
              </a:lnSpc>
              <a:spcBef>
                <a:spcPct val="0"/>
              </a:spcBef>
              <a:buNone/>
              <a:defRPr lang="zh-CN" altLang="en-US" sz="2400" b="1" kern="1200">
                <a:solidFill>
                  <a:schemeClr val="tx1"/>
                </a:solidFill>
                <a:latin typeface="+mj-lt"/>
                <a:ea typeface="+mj-ea"/>
                <a:cs typeface="+mj-cs"/>
              </a:defRPr>
            </a:lvl1pPr>
          </a:lstStyle>
          <a:p>
            <a:r>
              <a:rPr lang="en-GB" altLang="zh-CN" sz="6600">
                <a:latin typeface="+mn-lt"/>
                <a:ea typeface="+mn-ea"/>
                <a:cs typeface="+mn-ea"/>
                <a:sym typeface="+mn-lt"/>
              </a:rPr>
              <a:t>0</a:t>
            </a:r>
            <a:r>
              <a:rPr lang="en-US" altLang="en-GB" sz="6600">
                <a:latin typeface="+mn-lt"/>
                <a:ea typeface="+mn-ea"/>
                <a:cs typeface="+mn-ea"/>
                <a:sym typeface="+mn-lt"/>
              </a:rPr>
              <a:t>4</a:t>
            </a:r>
            <a:endParaRPr lang="en-US" altLang="en-GB" sz="6600" dirty="0">
              <a:latin typeface="+mn-lt"/>
              <a:ea typeface="+mn-ea"/>
              <a:cs typeface="+mn-ea"/>
              <a:sym typeface="+mn-lt"/>
            </a:endParaRPr>
          </a:p>
        </p:txBody>
      </p:sp>
    </p:spTree>
    <p:custDataLst>
      <p:tags r:id="rId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íSlïďé">
          <a:extLst>
            <a:ext uri="{FF2B5EF4-FFF2-40B4-BE49-F238E27FC236}">
              <a16:creationId xmlns:a16="http://schemas.microsoft.com/office/drawing/2014/main" id="{F3062E48-6E4E-BB04-69DF-019433BC7FD1}"/>
            </a:ext>
          </a:extLst>
        </p:cNvPr>
        <p:cNvGrpSpPr/>
        <p:nvPr/>
      </p:nvGrpSpPr>
      <p:grpSpPr>
        <a:xfrm>
          <a:off x="0" y="0"/>
          <a:ext cx="0" cy="0"/>
          <a:chOff x="0" y="0"/>
          <a:chExt cx="0" cy="0"/>
        </a:xfrm>
      </p:grpSpPr>
      <p:sp>
        <p:nvSpPr>
          <p:cNvPr id="2" name="íŝľiḑé">
            <a:extLst>
              <a:ext uri="{FF2B5EF4-FFF2-40B4-BE49-F238E27FC236}">
                <a16:creationId xmlns:a16="http://schemas.microsoft.com/office/drawing/2014/main" id="{54BEA491-B002-954D-C508-660148CCDE02}"/>
              </a:ext>
            </a:extLst>
          </p:cNvPr>
          <p:cNvSpPr>
            <a:spLocks noGrp="1"/>
          </p:cNvSpPr>
          <p:nvPr>
            <p:ph type="title"/>
          </p:nvPr>
        </p:nvSpPr>
        <p:spPr/>
        <p:txBody>
          <a:bodyPr/>
          <a:lstStyle/>
          <a:p>
            <a:r>
              <a:rPr lang="zh-CN" altLang="en-US" dirty="0">
                <a:latin typeface="+mn-lt"/>
                <a:ea typeface="+mn-ea"/>
                <a:cs typeface="+mn-ea"/>
                <a:sym typeface="+mn-lt"/>
              </a:rPr>
              <a:t>实验平台及配置</a:t>
            </a:r>
          </a:p>
        </p:txBody>
      </p:sp>
      <p:sp>
        <p:nvSpPr>
          <p:cNvPr id="3" name="î$ḷïḑé">
            <a:extLst>
              <a:ext uri="{FF2B5EF4-FFF2-40B4-BE49-F238E27FC236}">
                <a16:creationId xmlns:a16="http://schemas.microsoft.com/office/drawing/2014/main" id="{25397B6D-F32D-41CA-D0D8-C5B68297DAA3}"/>
              </a:ext>
            </a:extLst>
          </p:cNvPr>
          <p:cNvSpPr>
            <a:spLocks noGrp="1"/>
          </p:cNvSpPr>
          <p:nvPr>
            <p:ph type="sldNum" sz="quarter" idx="12"/>
          </p:nvPr>
        </p:nvSpPr>
        <p:spPr/>
        <p:txBody>
          <a:bodyPr/>
          <a:lstStyle/>
          <a:p>
            <a:fld id="{7F65B630-C7FF-41C0-9923-C5E5E29EED81}" type="slidenum">
              <a:rPr lang="zh-CN" altLang="en-US" smtClean="0">
                <a:cs typeface="+mn-ea"/>
                <a:sym typeface="+mn-lt"/>
              </a:rPr>
              <a:t>16</a:t>
            </a:fld>
            <a:endParaRPr lang="zh-CN" altLang="en-US">
              <a:cs typeface="+mn-ea"/>
              <a:sym typeface="+mn-lt"/>
            </a:endParaRPr>
          </a:p>
        </p:txBody>
      </p:sp>
      <p:sp>
        <p:nvSpPr>
          <p:cNvPr id="4" name="ïsľîdé">
            <a:extLst>
              <a:ext uri="{FF2B5EF4-FFF2-40B4-BE49-F238E27FC236}">
                <a16:creationId xmlns:a16="http://schemas.microsoft.com/office/drawing/2014/main" id="{F48582D5-EFFE-1397-7FFD-4A11B057AB77}"/>
              </a:ext>
            </a:extLst>
          </p:cNvPr>
          <p:cNvSpPr txBox="1"/>
          <p:nvPr/>
        </p:nvSpPr>
        <p:spPr>
          <a:xfrm>
            <a:off x="8857452" y="6438900"/>
            <a:ext cx="2661448" cy="215900"/>
          </a:xfrm>
          <a:prstGeom prst="rect">
            <a:avLst/>
          </a:prstGeom>
        </p:spPr>
        <p:txBody>
          <a:bodyPr vert="horz" lIns="91440" tIns="45720" rIns="91440" bIns="45720" rtlCol="0" anchor="ctr"/>
          <a:lstStyle>
            <a:defPPr>
              <a:defRPr lang="zh-CN"/>
            </a:defPPr>
            <a:lvl1pPr marL="0" algn="r" defTabSz="914400" rtl="0" eaLnBrk="1" latinLnBrk="0" hangingPunct="1">
              <a:defRPr lang="zh-CN" altLang="en-US" sz="1000" kern="1200" smtClean="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F65B630-C7FF-41C0-9923-C5E5E29EED81}" type="slidenum">
              <a:rPr lang="en-US" altLang="zh-CN" smtClean="0">
                <a:cs typeface="+mn-ea"/>
                <a:sym typeface="+mn-lt"/>
              </a:rPr>
              <a:t>16</a:t>
            </a:fld>
            <a:endParaRPr lang="zh-CN" altLang="en-US">
              <a:cs typeface="+mn-ea"/>
              <a:sym typeface="+mn-lt"/>
            </a:endParaRPr>
          </a:p>
        </p:txBody>
      </p:sp>
      <p:pic>
        <p:nvPicPr>
          <p:cNvPr id="6" name="图片 5">
            <a:extLst>
              <a:ext uri="{FF2B5EF4-FFF2-40B4-BE49-F238E27FC236}">
                <a16:creationId xmlns:a16="http://schemas.microsoft.com/office/drawing/2014/main" id="{BC2267F5-1CB0-8EE4-F502-BB9D03C646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7908" y="361507"/>
            <a:ext cx="6663692" cy="5954233"/>
          </a:xfrm>
          <a:prstGeom prst="rect">
            <a:avLst/>
          </a:prstGeom>
        </p:spPr>
      </p:pic>
      <p:sp>
        <p:nvSpPr>
          <p:cNvPr id="10" name="文本框 9">
            <a:extLst>
              <a:ext uri="{FF2B5EF4-FFF2-40B4-BE49-F238E27FC236}">
                <a16:creationId xmlns:a16="http://schemas.microsoft.com/office/drawing/2014/main" id="{41DD90EB-5CF8-D659-E335-C8ECF4D4EBF2}"/>
              </a:ext>
            </a:extLst>
          </p:cNvPr>
          <p:cNvSpPr txBox="1"/>
          <p:nvPr/>
        </p:nvSpPr>
        <p:spPr>
          <a:xfrm>
            <a:off x="1496532" y="2179558"/>
            <a:ext cx="3001040" cy="958660"/>
          </a:xfrm>
          <a:prstGeom prst="rect">
            <a:avLst/>
          </a:prstGeom>
          <a:noFill/>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2000" b="0" i="0" u="none" strike="noStrike" kern="1200" cap="none" spc="0" normalizeH="0" baseline="0" noProof="0" dirty="0" err="1">
                <a:ln>
                  <a:noFill/>
                </a:ln>
                <a:solidFill>
                  <a:schemeClr val="lt1">
                    <a:alpha val="70000"/>
                  </a:schemeClr>
                </a:solidFill>
                <a:effectLst/>
                <a:uLnTx/>
                <a:uFillTx/>
                <a:cs typeface="+mn-ea"/>
                <a:sym typeface="+mn-lt"/>
              </a:rPr>
              <a:t>Autodl</a:t>
            </a:r>
            <a:endParaRPr kumimoji="0" lang="en-US" altLang="zh-CN" sz="2000" b="0" i="0" u="none" strike="noStrike" kern="1200" cap="none" spc="0" normalizeH="0" baseline="0" noProof="0" dirty="0">
              <a:ln>
                <a:noFill/>
              </a:ln>
              <a:solidFill>
                <a:schemeClr val="lt1">
                  <a:alpha val="70000"/>
                </a:schemeClr>
              </a:solidFill>
              <a:effectLst/>
              <a:uLnTx/>
              <a:uFillTx/>
              <a:cs typeface="+mn-ea"/>
              <a:sym typeface="+mn-lt"/>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chemeClr val="lt1">
                    <a:alpha val="70000"/>
                  </a:schemeClr>
                </a:solidFill>
                <a:effectLst/>
                <a:uLnTx/>
                <a:uFillTx/>
                <a:cs typeface="+mn-ea"/>
                <a:sym typeface="+mn-lt"/>
              </a:rPr>
              <a:t>4090</a:t>
            </a:r>
            <a:endParaRPr kumimoji="0" lang="zh-CN" altLang="en-US" sz="2000" b="0" i="0" u="none" strike="noStrike" kern="1200" cap="none" spc="0" normalizeH="0" baseline="0" noProof="0" dirty="0">
              <a:ln>
                <a:noFill/>
              </a:ln>
              <a:solidFill>
                <a:schemeClr val="lt1">
                  <a:alpha val="70000"/>
                </a:schemeClr>
              </a:solidFill>
              <a:effectLst/>
              <a:uLnTx/>
              <a:uFillTx/>
              <a:cs typeface="+mn-ea"/>
              <a:sym typeface="+mn-lt"/>
            </a:endParaRPr>
          </a:p>
        </p:txBody>
      </p:sp>
    </p:spTree>
    <p:custDataLst>
      <p:tags r:id="rId1"/>
    </p:custDataLst>
    <p:extLst>
      <p:ext uri="{BB962C8B-B14F-4D97-AF65-F5344CB8AC3E}">
        <p14:creationId xmlns:p14="http://schemas.microsoft.com/office/powerpoint/2010/main" val="32139137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íSlïďé"/>
        <p:cNvGrpSpPr/>
        <p:nvPr/>
      </p:nvGrpSpPr>
      <p:grpSpPr>
        <a:xfrm>
          <a:off x="0" y="0"/>
          <a:ext cx="0" cy="0"/>
          <a:chOff x="0" y="0"/>
          <a:chExt cx="0" cy="0"/>
        </a:xfrm>
      </p:grpSpPr>
      <p:sp>
        <p:nvSpPr>
          <p:cNvPr id="2" name="íŝľiḑé"/>
          <p:cNvSpPr>
            <a:spLocks noGrp="1"/>
          </p:cNvSpPr>
          <p:nvPr>
            <p:ph type="title"/>
          </p:nvPr>
        </p:nvSpPr>
        <p:spPr/>
        <p:txBody>
          <a:bodyPr/>
          <a:lstStyle/>
          <a:p>
            <a:r>
              <a:rPr lang="zh-CN" altLang="en-US" dirty="0">
                <a:latin typeface="+mn-lt"/>
                <a:ea typeface="+mn-ea"/>
                <a:cs typeface="+mn-ea"/>
                <a:sym typeface="+mn-lt"/>
              </a:rPr>
              <a:t>运行结果</a:t>
            </a:r>
          </a:p>
        </p:txBody>
      </p:sp>
      <p:sp>
        <p:nvSpPr>
          <p:cNvPr id="3" name="î$ḷïḑé"/>
          <p:cNvSpPr>
            <a:spLocks noGrp="1"/>
          </p:cNvSpPr>
          <p:nvPr>
            <p:ph type="sldNum" sz="quarter" idx="12"/>
          </p:nvPr>
        </p:nvSpPr>
        <p:spPr/>
        <p:txBody>
          <a:bodyPr/>
          <a:lstStyle/>
          <a:p>
            <a:fld id="{7F65B630-C7FF-41C0-9923-C5E5E29EED81}" type="slidenum">
              <a:rPr lang="zh-CN" altLang="en-US" smtClean="0">
                <a:cs typeface="+mn-ea"/>
                <a:sym typeface="+mn-lt"/>
              </a:rPr>
              <a:t>17</a:t>
            </a:fld>
            <a:endParaRPr lang="zh-CN" altLang="en-US">
              <a:cs typeface="+mn-ea"/>
              <a:sym typeface="+mn-lt"/>
            </a:endParaRPr>
          </a:p>
        </p:txBody>
      </p:sp>
      <p:sp>
        <p:nvSpPr>
          <p:cNvPr id="4" name="ïsľîdé"/>
          <p:cNvSpPr txBox="1"/>
          <p:nvPr/>
        </p:nvSpPr>
        <p:spPr>
          <a:xfrm>
            <a:off x="8857452" y="6438900"/>
            <a:ext cx="2661448" cy="215900"/>
          </a:xfrm>
          <a:prstGeom prst="rect">
            <a:avLst/>
          </a:prstGeom>
        </p:spPr>
        <p:txBody>
          <a:bodyPr vert="horz" lIns="91440" tIns="45720" rIns="91440" bIns="45720" rtlCol="0" anchor="ctr"/>
          <a:lstStyle>
            <a:defPPr>
              <a:defRPr lang="zh-CN"/>
            </a:defPPr>
            <a:lvl1pPr marL="0" algn="r" defTabSz="914400" rtl="0" eaLnBrk="1" latinLnBrk="0" hangingPunct="1">
              <a:defRPr lang="zh-CN" altLang="en-US" sz="1000" kern="1200" smtClean="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F65B630-C7FF-41C0-9923-C5E5E29EED81}" type="slidenum">
              <a:rPr lang="en-US" altLang="zh-CN" smtClean="0">
                <a:cs typeface="+mn-ea"/>
                <a:sym typeface="+mn-lt"/>
              </a:rPr>
              <a:t>17</a:t>
            </a:fld>
            <a:endParaRPr lang="zh-CN" altLang="en-US">
              <a:cs typeface="+mn-ea"/>
              <a:sym typeface="+mn-lt"/>
            </a:endParaRPr>
          </a:p>
        </p:txBody>
      </p:sp>
      <p:pic>
        <p:nvPicPr>
          <p:cNvPr id="9" name="图片 8">
            <a:extLst>
              <a:ext uri="{FF2B5EF4-FFF2-40B4-BE49-F238E27FC236}">
                <a16:creationId xmlns:a16="http://schemas.microsoft.com/office/drawing/2014/main" id="{0F3F9090-57CF-7C73-0058-444BDF7C4877}"/>
              </a:ext>
            </a:extLst>
          </p:cNvPr>
          <p:cNvPicPr>
            <a:picLocks noChangeAspect="1"/>
          </p:cNvPicPr>
          <p:nvPr/>
        </p:nvPicPr>
        <p:blipFill>
          <a:blip r:embed="rId3"/>
          <a:stretch>
            <a:fillRect/>
          </a:stretch>
        </p:blipFill>
        <p:spPr>
          <a:xfrm>
            <a:off x="1298575" y="1193800"/>
            <a:ext cx="9582150" cy="5353050"/>
          </a:xfrm>
          <a:prstGeom prst="rect">
            <a:avLst/>
          </a:prstGeom>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işlïḍé"/>
        <p:cNvGrpSpPr/>
        <p:nvPr/>
      </p:nvGrpSpPr>
      <p:grpSpPr>
        <a:xfrm>
          <a:off x="0" y="0"/>
          <a:ext cx="0" cy="0"/>
          <a:chOff x="0" y="0"/>
          <a:chExt cx="0" cy="0"/>
        </a:xfrm>
      </p:grpSpPr>
      <p:sp>
        <p:nvSpPr>
          <p:cNvPr id="3" name="îšḻîḓe"/>
          <p:cNvSpPr>
            <a:spLocks noGrp="1"/>
          </p:cNvSpPr>
          <p:nvPr>
            <p:ph type="body" sz="quarter" idx="13"/>
          </p:nvPr>
        </p:nvSpPr>
        <p:spPr>
          <a:xfrm>
            <a:off x="2369824" y="2118063"/>
            <a:ext cx="7439651" cy="2592505"/>
          </a:xfrm>
        </p:spPr>
        <p:txBody>
          <a:bodyPr/>
          <a:lstStyle/>
          <a:p>
            <a:r>
              <a:rPr lang="zh-CN" altLang="en-US">
                <a:latin typeface="+mn-lt"/>
                <a:ea typeface="+mn-ea"/>
                <a:cs typeface="+mn-ea"/>
                <a:sym typeface="+mn-lt"/>
              </a:rPr>
              <a:t>感谢观看</a:t>
            </a:r>
            <a:endParaRPr lang="en-US" altLang="zh-CN">
              <a:latin typeface="+mn-lt"/>
              <a:ea typeface="+mn-ea"/>
              <a:cs typeface="+mn-ea"/>
              <a:sym typeface="+mn-lt"/>
            </a:endParaRPr>
          </a:p>
          <a:p>
            <a:r>
              <a:rPr lang="en-GB" altLang="zh-CN">
                <a:latin typeface="+mn-lt"/>
                <a:ea typeface="+mn-ea"/>
                <a:cs typeface="+mn-ea"/>
                <a:sym typeface="+mn-lt"/>
              </a:rPr>
              <a:t>Thank </a:t>
            </a:r>
            <a:r>
              <a:rPr lang="en-GB" altLang="zh-CN" dirty="0">
                <a:latin typeface="+mn-lt"/>
                <a:ea typeface="+mn-ea"/>
                <a:cs typeface="+mn-ea"/>
                <a:sym typeface="+mn-lt"/>
              </a:rPr>
              <a:t>you for </a:t>
            </a:r>
          </a:p>
          <a:p>
            <a:r>
              <a:rPr lang="en-GB" altLang="zh-CN" dirty="0">
                <a:latin typeface="+mn-lt"/>
                <a:ea typeface="+mn-ea"/>
                <a:cs typeface="+mn-ea"/>
                <a:sym typeface="+mn-lt"/>
              </a:rPr>
              <a:t>watching.</a:t>
            </a:r>
          </a:p>
        </p:txBody>
      </p:sp>
      <p:sp>
        <p:nvSpPr>
          <p:cNvPr id="4" name="íś1ídè"/>
          <p:cNvSpPr>
            <a:spLocks noGrp="1"/>
          </p:cNvSpPr>
          <p:nvPr>
            <p:ph type="body" sz="quarter" idx="14"/>
          </p:nvPr>
        </p:nvSpPr>
        <p:spPr/>
        <p:txBody>
          <a:bodyPr/>
          <a:lstStyle/>
          <a:p>
            <a:r>
              <a:rPr lang="en-GB" altLang="zh-CN" dirty="0">
                <a:cs typeface="+mn-ea"/>
                <a:sym typeface="+mn-lt"/>
              </a:rPr>
              <a:t>Speaker name and title</a:t>
            </a:r>
          </a:p>
        </p:txBody>
      </p:sp>
      <p:sp>
        <p:nvSpPr>
          <p:cNvPr id="5" name="îşḻïdê"/>
          <p:cNvSpPr>
            <a:spLocks noGrp="1"/>
          </p:cNvSpPr>
          <p:nvPr>
            <p:ph type="body" sz="quarter" idx="15"/>
          </p:nvPr>
        </p:nvSpPr>
        <p:spPr/>
        <p:txBody>
          <a:bodyPr/>
          <a:lstStyle/>
          <a:p>
            <a:r>
              <a:rPr lang="en-GB" altLang="zh-CN" dirty="0">
                <a:cs typeface="+mn-ea"/>
                <a:sym typeface="+mn-lt"/>
              </a:rPr>
              <a:t>www.islide.cc</a:t>
            </a:r>
          </a:p>
        </p:txBody>
      </p:sp>
    </p:spTree>
    <p:custDataLst>
      <p:tags r:id="rId2"/>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Kind&quot;:&quot;System&quot;,&quot;OldGuidesSetting&quot;:{&quot;HeaderHeight&quot;:15.0,&quot;FooterHeight&quot;:9.0,&quot;SideMargin&quot;:5.5,&quot;TopMargin&quot;:0.0,&quot;BottomMargin&quot;:0.0,&quot;IntervalMargin&quot;:1.5}}"/>
  <p:tag name="ISLIDE.THEME" val="#782110"/>
  <p:tag name="ISLIDE.TEMPLATE" val="0abb23e3-06ce-4a24-82db-21bc5f7315bf"/>
</p:tagLst>
</file>

<file path=ppt/tags/tag2.xml><?xml version="1.0" encoding="utf-8"?>
<p:tagLst xmlns:a="http://schemas.openxmlformats.org/drawingml/2006/main" xmlns:r="http://schemas.openxmlformats.org/officeDocument/2006/relationships" xmlns:p="http://schemas.openxmlformats.org/presentationml/2006/main">
  <p:tag name="ISLIDE.THEME" val="https://www.islide.cc;"/>
  <p:tag name="ISLIDE.ICON" val="#370130;"/>
</p:tagLst>
</file>

<file path=ppt/tags/tag3.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70.37692913385825,&quot;left&quot;:50.65220472440945,&quot;top&quot;:112.62307086614173,&quot;width&quot;:857.347874015748}"/>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70.37692913385825,&quot;left&quot;:50.65220472440945,&quot;top&quot;:112.62307086614173,&quot;width&quot;:857.347874015748}"/>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70.37692913385825,&quot;left&quot;:50.65220472440945,&quot;top&quot;:112.62307086614173,&quot;width&quot;:857.347874015748}"/>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70.37692913385825,&quot;left&quot;:50.65220472440945,&quot;top&quot;:112.62307086614173,&quot;width&quot;:857.347874015748}"/>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70.37692913385825,&quot;left&quot;:50.65220472440945,&quot;top&quot;:112.62307086614173,&quot;width&quot;:857.347874015748}"/>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70.37692913385825,&quot;left&quot;:50.65220472440945,&quot;top&quot;:112.62307086614173,&quot;width&quot;:857.347874015748}"/>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70.37692913385825,&quot;left&quot;:50.65220472440945,&quot;top&quot;:112.62307086614173,&quot;width&quot;:857.347874015748}"/>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70.37692913385825,&quot;left&quot;:50.65220472440945,&quot;top&quot;:112.62307086614173,&quot;width&quot;:857.347874015748}"/>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70.37692913385825,&quot;left&quot;:50.65220472440945,&quot;top&quot;:112.62307086614173,&quot;width&quot;:857.347874015748}"/>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70.37692913385825,&quot;left&quot;:50.65220472440945,&quot;top&quot;:112.62307086614173,&quot;width&quot;:857.347874015748}"/>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70.37692913385825,&quot;left&quot;:50.65220472440945,&quot;top&quot;:112.62307086614173,&quot;width&quot;:857.347874015748}"/>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70.37692913385825,&quot;left&quot;:50.65220472440945,&quot;top&quot;:112.62307086614173,&quot;width&quot;:857.347874015748}"/>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70.37692913385825,&quot;left&quot;:50.65220472440945,&quot;top&quot;:112.62307086614173,&quot;width&quot;:857.347874015748}"/>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70.37692913385825,&quot;left&quot;:50.65220472440945,&quot;top&quot;:112.62307086614173,&quot;width&quot;:857.347874015748}"/>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70.37692913385825,&quot;left&quot;:50.65220472440945,&quot;top&quot;:112.62307086614173,&quot;width&quot;:857.347874015748}"/>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70.37692913385825,&quot;left&quot;:50.65220472440945,&quot;top&quot;:112.62307086614173,&quot;width&quot;:857.347874015748}"/>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70.37692913385825,&quot;left&quot;:50.65220472440945,&quot;top&quot;:112.62307086614173,&quot;width&quot;:857.347874015748}"/>
</p:tagLst>
</file>

<file path=ppt/tags/tag21.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22.xml><?xml version="1.0" encoding="utf-8"?>
<p:tagLst xmlns:a="http://schemas.openxmlformats.org/drawingml/2006/main" xmlns:r="http://schemas.openxmlformats.org/officeDocument/2006/relationships" xmlns:p="http://schemas.openxmlformats.org/presentationml/2006/main">
  <p:tag name="ISLIDE.DIAGRAM" val="#914670;"/>
</p:tagLst>
</file>

<file path=ppt/tags/tag23.xml><?xml version="1.0" encoding="utf-8"?>
<p:tagLst xmlns:a="http://schemas.openxmlformats.org/drawingml/2006/main" xmlns:r="http://schemas.openxmlformats.org/officeDocument/2006/relationships" xmlns:p="http://schemas.openxmlformats.org/presentationml/2006/main">
  <p:tag name="ISLIDE.DIAGRAM" val="#956078;"/>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402.0753543307086,&quot;left&quot;:71.79393700787405,&quot;top&quot;:52.8350393700787,&quot;width&quot;:815.5093700787402}"/>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402.0753543307086,&quot;left&quot;:71.79393700787405,&quot;top&quot;:52.8350393700787,&quot;width&quot;:815.5093700787402}"/>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402.0753543307086,&quot;left&quot;:71.79393700787405,&quot;top&quot;:52.8350393700787,&quot;width&quot;:815.5093700787402}"/>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402.0753543307086,&quot;left&quot;:71.79393700787405,&quot;top&quot;:52.8350393700787,&quot;width&quot;:815.5093700787402}"/>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402.0753543307086,&quot;left&quot;:71.79393700787405,&quot;top&quot;:52.8350393700787,&quot;width&quot;:815.5093700787402}"/>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402.0753543307086,&quot;left&quot;:71.79393700787405,&quot;top&quot;:52.8350393700787,&quot;width&quot;:815.5093700787402}"/>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402.0753543307086,&quot;left&quot;:71.79393700787405,&quot;top&quot;:52.8350393700787,&quot;width&quot;:815.5093700787402}"/>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402.0753543307086,&quot;left&quot;:71.79393700787405,&quot;top&quot;:52.8350393700787,&quot;width&quot;:815.5093700787402}"/>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402.0753543307086,&quot;left&quot;:71.79393700787405,&quot;top&quot;:52.8350393700787,&quot;width&quot;:815.5093700787402}"/>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402.0753543307086,&quot;left&quot;:71.79393700787405,&quot;top&quot;:52.8350393700787,&quot;width&quot;:815.5093700787402}"/>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402.0753543307086,&quot;left&quot;:71.79393700787405,&quot;top&quot;:52.8350393700787,&quot;width&quot;:815.5093700787402}"/>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402.0753543307086,&quot;left&quot;:71.79393700787405,&quot;top&quot;:52.8350393700787,&quot;width&quot;:815.5093700787402}"/>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402.0753543307086,&quot;left&quot;:71.79393700787405,&quot;top&quot;:52.8350393700787,&quot;width&quot;:815.5093700787402}"/>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402.0753543307086,&quot;left&quot;:71.79393700787405,&quot;top&quot;:52.8350393700787,&quot;width&quot;:815.5093700787402}"/>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402.0753543307086,&quot;left&quot;:71.79393700787405,&quot;top&quot;:52.8350393700787,&quot;width&quot;:815.5093700787402}"/>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402.0753543307086,&quot;left&quot;:71.79393700787405,&quot;top&quot;:52.8350393700787,&quot;width&quot;:815.5093700787402}"/>
</p:tagLst>
</file>

<file path=ppt/tags/tag40.xml><?xml version="1.0" encoding="utf-8"?>
<p:tagLst xmlns:a="http://schemas.openxmlformats.org/drawingml/2006/main" xmlns:r="http://schemas.openxmlformats.org/officeDocument/2006/relationships" xmlns:p="http://schemas.openxmlformats.org/presentationml/2006/main">
  <p:tag name="ISLIDE.DIAGRAM" val="#940042;"/>
</p:tagLst>
</file>

<file path=ppt/tags/tag41.xml><?xml version="1.0" encoding="utf-8"?>
<p:tagLst xmlns:a="http://schemas.openxmlformats.org/drawingml/2006/main" xmlns:r="http://schemas.openxmlformats.org/officeDocument/2006/relationships" xmlns:p="http://schemas.openxmlformats.org/presentationml/2006/main">
  <p:tag name="ISLIDE.DIAGRAM" val="#954159;"/>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82.28533332535216,&quot;left&quot;:26.95005746847928,&quot;top&quot;:85.17892459982795,&quot;width&quot;:857.9499425315207}"/>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82.28533332535216,&quot;left&quot;:26.95005746847928,&quot;top&quot;:85.17892459982795,&quot;width&quot;:857.9499425315207}"/>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82.28533332535216,&quot;left&quot;:26.95005746847928,&quot;top&quot;:85.17892459982795,&quot;width&quot;:857.9499425315207}"/>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82.28533332535216,&quot;left&quot;:26.95005746847928,&quot;top&quot;:85.17892459982795,&quot;width&quot;:857.9499425315207}"/>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82.28533332535216,&quot;left&quot;:26.95005746847928,&quot;top&quot;:85.17892459982795,&quot;width&quot;:857.9499425315207}"/>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82.28533332535216,&quot;left&quot;:68.84997116136051,&quot;top&quot;:85.17892459982798,&quot;width&quot;:816.0500288386395}"/>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82.28533332535216,&quot;left&quot;:68.84997116136051,&quot;top&quot;:85.17892459982798,&quot;width&quot;:816.0500288386395}"/>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80.67107540017207,&quot;left&quot;:68.84997116136051,&quot;top&quot;:85.17892459982798,&quot;width&quot;:816.0500288386395}"/>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80.67107540017207,&quot;left&quot;:68.84997116136051,&quot;top&quot;:85.17892459982798,&quot;width&quot;:816.0500288386395}"/>
</p:tagLst>
</file>

<file path=ppt/tags/tag51.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52.xml><?xml version="1.0" encoding="utf-8"?>
<p:tagLst xmlns:p="http://schemas.openxmlformats.org/presentationml/2006/main">
  <p:tag name="KSO_WM_DIAGRAM_VIRTUALLY_FRAME" val="{&quot;height&quot;:382.28533332535216,&quot;left&quot;:26.95005746847928,&quot;top&quot;:85.17892459982795,&quot;width&quot;:857.9499425315207}"/>
</p:tagLst>
</file>

<file path=ppt/tags/tag53.xml><?xml version="1.0" encoding="utf-8"?>
<p:tagLst xmlns:a="http://schemas.openxmlformats.org/drawingml/2006/main" xmlns:r="http://schemas.openxmlformats.org/officeDocument/2006/relationships" xmlns:p="http://schemas.openxmlformats.org/presentationml/2006/main">
  <p:tag name="ISLIDE.DIAGRAM" val="#954203;"/>
</p:tagLst>
</file>

<file path=ppt/tags/tag54.xml><?xml version="1.0" encoding="utf-8"?>
<p:tagLst xmlns:a="http://schemas.openxmlformats.org/drawingml/2006/main" xmlns:r="http://schemas.openxmlformats.org/officeDocument/2006/relationships" xmlns:p="http://schemas.openxmlformats.org/presentationml/2006/main">
  <p:tag name="ISLIDE.DIAGRAM" val="#922539;"/>
</p:tagLst>
</file>

<file path=ppt/tags/tag55.xml><?xml version="1.0" encoding="utf-8"?>
<p:tagLst xmlns:a="http://schemas.openxmlformats.org/drawingml/2006/main" xmlns:r="http://schemas.openxmlformats.org/officeDocument/2006/relationships" xmlns:p="http://schemas.openxmlformats.org/presentationml/2006/main">
  <p:tag name="ISLIDE.DIAGRAM" val="#566842;"/>
</p:tagLst>
</file>

<file path=ppt/tags/tag56.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57.xml><?xml version="1.0" encoding="utf-8"?>
<p:tagLst xmlns:a="http://schemas.openxmlformats.org/drawingml/2006/main" xmlns:r="http://schemas.openxmlformats.org/officeDocument/2006/relationships" xmlns:p="http://schemas.openxmlformats.org/presentationml/2006/main">
  <p:tag name="ISLIDE.DIAGRAM" val="#940039;"/>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63.75590551181097,&quot;left&quot;:66.3520472440945,&quot;top&quot;:98.98267716535433,&quot;width&quot;:834.5081889763778}"/>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63.75590551181097,&quot;left&quot;:66.3520472440945,&quot;top&quot;:98.98267716535433,&quot;width&quot;:834.5081889763778}"/>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63.75590551181097,&quot;left&quot;:66.3520472440945,&quot;top&quot;:98.98267716535433,&quot;width&quot;:834.5081889763778}"/>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63.75590551181097,&quot;left&quot;:66.3520472440945,&quot;top&quot;:98.98267716535433,&quot;width&quot;:834.5081889763778}"/>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63.75590551181097,&quot;left&quot;:66.3520472440945,&quot;top&quot;:98.98267716535433,&quot;width&quot;:834.5081889763778}"/>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63.75590551181097,&quot;left&quot;:66.3520472440945,&quot;top&quot;:98.98267716535433,&quot;width&quot;:834.5081889763778}"/>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63.75590551181097,&quot;left&quot;:66.3520472440945,&quot;top&quot;:98.98267716535433,&quot;width&quot;:834.5081889763778}"/>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63.75590551181097,&quot;left&quot;:66.3520472440945,&quot;top&quot;:98.98267716535433,&quot;width&quot;:834.5081889763778}"/>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63.75590551181097,&quot;left&quot;:66.3520472440945,&quot;top&quot;:98.98267716535433,&quot;width&quot;:834.5081889763778}"/>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63.75590551181097,&quot;left&quot;:66.3520472440945,&quot;top&quot;:98.98267716535433,&quot;width&quot;:834.5081889763778}"/>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468.005905511811,&quot;left&quot;:66.3520472440945,&quot;top&quot;:11.782677165354334,&quot;width&quot;:834.5081889763778}"/>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63.75590551181097,&quot;left&quot;:66.3520472440945,&quot;top&quot;:98.98267716535433,&quot;width&quot;:834.5081889763778}"/>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63.75590551181097,&quot;left&quot;:66.3520472440945,&quot;top&quot;:98.98267716535433,&quot;width&quot;:834.5081889763778}"/>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63.75590551181097,&quot;left&quot;:66.3520472440945,&quot;top&quot;:98.98267716535433,&quot;width&quot;:834.5081889763778}"/>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63.75590551181097,&quot;left&quot;:66.3520472440945,&quot;top&quot;:98.98267716535433,&quot;width&quot;:834.5081889763778}"/>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63.75590551181097,&quot;left&quot;:66.3520472440945,&quot;top&quot;:98.98267716535433,&quot;width&quot;:834.5081889763778}"/>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63.75590551181097,&quot;left&quot;:66.3520472440945,&quot;top&quot;:98.98267716535433,&quot;width&quot;:834.5081889763778}"/>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63.75590551181097,&quot;left&quot;:66.3520472440945,&quot;top&quot;:98.98267716535433,&quot;width&quot;:834.5081889763778}"/>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363.75590551181097,&quot;left&quot;:66.3520472440945,&quot;top&quot;:98.98267716535433,&quot;width&quot;:834.5081889763778}"/>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363.75590551181097,&quot;left&quot;:66.3520472440945,&quot;top&quot;:98.98267716535433,&quot;width&quot;:834.5081889763778}"/>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363.75590551181097,&quot;left&quot;:66.3520472440945,&quot;top&quot;:98.98267716535433,&quot;width&quot;:834.5081889763778}"/>
</p:tagLst>
</file>

<file path=ppt/tags/tag79.xml><?xml version="1.0" encoding="utf-8"?>
<p:tagLst xmlns:a="http://schemas.openxmlformats.org/drawingml/2006/main" xmlns:r="http://schemas.openxmlformats.org/officeDocument/2006/relationships" xmlns:p="http://schemas.openxmlformats.org/presentationml/2006/main">
  <p:tag name="ISLIDE.DIAGRAM" val="#901286;"/>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422.23181102362196,&quot;left&quot;:50.81968503937005,&quot;top&quot;:104.76362204724406,&quot;width&quot;:902.2291338582678}"/>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422.23181102362196,&quot;left&quot;:50.81968503937005,&quot;top&quot;:104.76362204724406,&quot;width&quot;:902.2291338582678}"/>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422.23181102362196,&quot;left&quot;:50.81968503937005,&quot;top&quot;:104.76362204724406,&quot;width&quot;:902.2291338582678}"/>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422.23181102362196,&quot;left&quot;:50.81968503937005,&quot;top&quot;:104.76362204724406,&quot;width&quot;:902.2291338582678}"/>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422.23181102362196,&quot;left&quot;:50.81968503937005,&quot;top&quot;:104.76362204724406,&quot;width&quot;:902.2291338582678}"/>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422.23181102362196,&quot;left&quot;:50.81968503937005,&quot;top&quot;:104.76362204724406,&quot;width&quot;:902.2291338582678}"/>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422.23181102362196,&quot;left&quot;:50.81968503937005,&quot;top&quot;:104.76362204724406,&quot;width&quot;:902.2291338582678}"/>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422.23181102362196,&quot;left&quot;:50.81968503937005,&quot;top&quot;:104.76362204724406,&quot;width&quot;:902.2291338582678}"/>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422.23181102362196,&quot;left&quot;:50.81968503937005,&quot;top&quot;:104.76362204724406,&quot;width&quot;:902.2291338582678}"/>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422.23181102362196,&quot;left&quot;:50.81968503937005,&quot;top&quot;:104.76362204724406,&quot;width&quot;:902.2291338582678}"/>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422.23181102362196,&quot;left&quot;:50.81968503937005,&quot;top&quot;:104.76362204724406,&quot;width&quot;:902.2291338582678}"/>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422.23181102362196,&quot;left&quot;:50.81968503937005,&quot;top&quot;:104.76362204724406,&quot;width&quot;:902.2291338582678}"/>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422.23181102362196,&quot;left&quot;:50.81968503937005,&quot;top&quot;:104.76362204724406,&quot;width&quot;:902.2291338582678}"/>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422.23181102362196,&quot;left&quot;:50.81968503937005,&quot;top&quot;:104.76362204724406,&quot;width&quot;:902.2291338582678}"/>
</p:tagLst>
</file>

<file path=ppt/tags/tag94.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95.xml><?xml version="1.0" encoding="utf-8"?>
<p:tagLst xmlns:a="http://schemas.openxmlformats.org/drawingml/2006/main" xmlns:r="http://schemas.openxmlformats.org/officeDocument/2006/relationships" xmlns:p="http://schemas.openxmlformats.org/presentationml/2006/main">
  <p:tag name="ISLIDE.DIAGRAM" val="#938172;"/>
</p:tagLst>
</file>

<file path=ppt/tags/tag96.xml><?xml version="1.0" encoding="utf-8"?>
<p:tagLst xmlns:a="http://schemas.openxmlformats.org/drawingml/2006/main" xmlns:r="http://schemas.openxmlformats.org/officeDocument/2006/relationships" xmlns:p="http://schemas.openxmlformats.org/presentationml/2006/main">
  <p:tag name="ISLIDE.DIAGRAM" val="#938172;"/>
</p:tagLst>
</file>

<file path=ppt/tags/tag97.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430.xml><?xml version="1.0" encoding="utf-8"?>
<p:tagLst xmlns:p="http://schemas.openxmlformats.org/presentationml/2006/main">
  <p:tag name="KSO_WM_DIAGRAM_VIRTUALLY_FRAME" val="{&quot;height&quot;:380.67107540017207,&quot;left&quot;:68.84997116136051,&quot;top&quot;:85.17892459982798,&quot;width&quot;:816.0500288386395}"/>
</p:tagLst>
</file>

<file path=ppt/tags/tag460.xml><?xml version="1.0" encoding="utf-8"?>
<p:tagLst xmlns:p="http://schemas.openxmlformats.org/presentationml/2006/main">
  <p:tag name="KSO_WM_DIAGRAM_VIRTUALLY_FRAME" val="{&quot;height&quot;:382.28533332535216,&quot;left&quot;:68.84997116136051,&quot;top&quot;:85.17892459982798,&quot;width&quot;:816.0500288386395}"/>
</p:tagLst>
</file>

<file path=ppt/tags/tag490.xml><?xml version="1.0" encoding="utf-8"?>
<p:tagLst xmlns:p="http://schemas.openxmlformats.org/presentationml/2006/main">
  <p:tag name="KSO_WM_DIAGRAM_VIRTUALLY_FRAME" val="{&quot;height&quot;:382.28533332535216,&quot;left&quot;:26.95005746847928,&quot;top&quot;:85.17892459982795,&quot;width&quot;:857.9499425315207}"/>
</p:tagLst>
</file>

<file path=ppt/theme/theme1.xml><?xml version="1.0" encoding="utf-8"?>
<a:theme xmlns:a="http://schemas.openxmlformats.org/drawingml/2006/main" name="Designed by iSlide">
  <a:themeElements>
    <a:clrScheme name="iSlide VI标准">
      <a:dk1>
        <a:srgbClr val="2F2F2F"/>
      </a:dk1>
      <a:lt1>
        <a:srgbClr val="FFFFFF"/>
      </a:lt1>
      <a:dk2>
        <a:srgbClr val="778495"/>
      </a:dk2>
      <a:lt2>
        <a:srgbClr val="F0F0F0"/>
      </a:lt2>
      <a:accent1>
        <a:srgbClr val="FF7B8B"/>
      </a:accent1>
      <a:accent2>
        <a:srgbClr val="F1C520"/>
      </a:accent2>
      <a:accent3>
        <a:srgbClr val="4CE0D8"/>
      </a:accent3>
      <a:accent4>
        <a:srgbClr val="738BF7"/>
      </a:accent4>
      <a:accent5>
        <a:srgbClr val="929292"/>
      </a:accent5>
      <a:accent6>
        <a:srgbClr val="5E5E5E"/>
      </a:accent6>
      <a:hlink>
        <a:srgbClr val="F84D4D"/>
      </a:hlink>
      <a:folHlink>
        <a:srgbClr val="979797"/>
      </a:folHlink>
    </a:clrScheme>
    <a:fontScheme name="wpr0vw5s">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iSlide VI标准">
    <a:dk1>
      <a:srgbClr val="2F2F2F"/>
    </a:dk1>
    <a:lt1>
      <a:srgbClr val="FFFFFF"/>
    </a:lt1>
    <a:dk2>
      <a:srgbClr val="778495"/>
    </a:dk2>
    <a:lt2>
      <a:srgbClr val="F0F0F0"/>
    </a:lt2>
    <a:accent1>
      <a:srgbClr val="FF7B8B"/>
    </a:accent1>
    <a:accent2>
      <a:srgbClr val="F1C520"/>
    </a:accent2>
    <a:accent3>
      <a:srgbClr val="4CE0D8"/>
    </a:accent3>
    <a:accent4>
      <a:srgbClr val="738BF7"/>
    </a:accent4>
    <a:accent5>
      <a:srgbClr val="929292"/>
    </a:accent5>
    <a:accent6>
      <a:srgbClr val="5E5E5E"/>
    </a:accent6>
    <a:hlink>
      <a:srgbClr val="F84D4D"/>
    </a:hlink>
    <a:folHlink>
      <a:srgbClr val="979797"/>
    </a:folHlink>
  </a:clrScheme>
</a:themeOverride>
</file>

<file path=ppt/theme/themeOverride2.xml><?xml version="1.0" encoding="utf-8"?>
<a:themeOverride xmlns:a="http://schemas.openxmlformats.org/drawingml/2006/main">
  <a:clrScheme name="iSlide VI标准">
    <a:dk1>
      <a:srgbClr val="2F2F2F"/>
    </a:dk1>
    <a:lt1>
      <a:srgbClr val="FFFFFF"/>
    </a:lt1>
    <a:dk2>
      <a:srgbClr val="778495"/>
    </a:dk2>
    <a:lt2>
      <a:srgbClr val="F0F0F0"/>
    </a:lt2>
    <a:accent1>
      <a:srgbClr val="FF7B8B"/>
    </a:accent1>
    <a:accent2>
      <a:srgbClr val="F1C520"/>
    </a:accent2>
    <a:accent3>
      <a:srgbClr val="4CE0D8"/>
    </a:accent3>
    <a:accent4>
      <a:srgbClr val="738BF7"/>
    </a:accent4>
    <a:accent5>
      <a:srgbClr val="929292"/>
    </a:accent5>
    <a:accent6>
      <a:srgbClr val="5E5E5E"/>
    </a:accent6>
    <a:hlink>
      <a:srgbClr val="F84D4D"/>
    </a:hlink>
    <a:folHlink>
      <a:srgbClr val="979797"/>
    </a:folHlink>
  </a:clrScheme>
</a:themeOverride>
</file>

<file path=ppt/theme/themeOverride3.xml><?xml version="1.0" encoding="utf-8"?>
<a:themeOverride xmlns:a="http://schemas.openxmlformats.org/drawingml/2006/main">
  <a:clrScheme name="iSlide VI标准">
    <a:dk1>
      <a:srgbClr val="2F2F2F"/>
    </a:dk1>
    <a:lt1>
      <a:srgbClr val="FFFFFF"/>
    </a:lt1>
    <a:dk2>
      <a:srgbClr val="778495"/>
    </a:dk2>
    <a:lt2>
      <a:srgbClr val="F0F0F0"/>
    </a:lt2>
    <a:accent1>
      <a:srgbClr val="FF7B8B"/>
    </a:accent1>
    <a:accent2>
      <a:srgbClr val="F1C520"/>
    </a:accent2>
    <a:accent3>
      <a:srgbClr val="4CE0D8"/>
    </a:accent3>
    <a:accent4>
      <a:srgbClr val="738BF7"/>
    </a:accent4>
    <a:accent5>
      <a:srgbClr val="929292"/>
    </a:accent5>
    <a:accent6>
      <a:srgbClr val="5E5E5E"/>
    </a:accent6>
    <a:hlink>
      <a:srgbClr val="F84D4D"/>
    </a:hlink>
    <a:folHlink>
      <a:srgbClr val="979797"/>
    </a:folHlink>
  </a:clrScheme>
</a:themeOverride>
</file>

<file path=ppt/theme/themeOverride4.xml><?xml version="1.0" encoding="utf-8"?>
<a:themeOverride xmlns:a="http://schemas.openxmlformats.org/drawingml/2006/main">
  <a:clrScheme name="iSlide VI标准">
    <a:dk1>
      <a:srgbClr val="2F2F2F"/>
    </a:dk1>
    <a:lt1>
      <a:srgbClr val="FFFFFF"/>
    </a:lt1>
    <a:dk2>
      <a:srgbClr val="778495"/>
    </a:dk2>
    <a:lt2>
      <a:srgbClr val="F0F0F0"/>
    </a:lt2>
    <a:accent1>
      <a:srgbClr val="FF7B8B"/>
    </a:accent1>
    <a:accent2>
      <a:srgbClr val="F1C520"/>
    </a:accent2>
    <a:accent3>
      <a:srgbClr val="4CE0D8"/>
    </a:accent3>
    <a:accent4>
      <a:srgbClr val="738BF7"/>
    </a:accent4>
    <a:accent5>
      <a:srgbClr val="929292"/>
    </a:accent5>
    <a:accent6>
      <a:srgbClr val="5E5E5E"/>
    </a:accent6>
    <a:hlink>
      <a:srgbClr val="F84D4D"/>
    </a:hlink>
    <a:folHlink>
      <a:srgbClr val="979797"/>
    </a:folHlink>
  </a:clrScheme>
</a:themeOverride>
</file>

<file path=ppt/theme/themeOverride5.xml><?xml version="1.0" encoding="utf-8"?>
<a:themeOverride xmlns:a="http://schemas.openxmlformats.org/drawingml/2006/main">
  <a:clrScheme name="iSlide VI标准">
    <a:dk1>
      <a:srgbClr val="2F2F2F"/>
    </a:dk1>
    <a:lt1>
      <a:srgbClr val="FFFFFF"/>
    </a:lt1>
    <a:dk2>
      <a:srgbClr val="778495"/>
    </a:dk2>
    <a:lt2>
      <a:srgbClr val="F0F0F0"/>
    </a:lt2>
    <a:accent1>
      <a:srgbClr val="FF7B8B"/>
    </a:accent1>
    <a:accent2>
      <a:srgbClr val="F1C520"/>
    </a:accent2>
    <a:accent3>
      <a:srgbClr val="4CE0D8"/>
    </a:accent3>
    <a:accent4>
      <a:srgbClr val="738BF7"/>
    </a:accent4>
    <a:accent5>
      <a:srgbClr val="929292"/>
    </a:accent5>
    <a:accent6>
      <a:srgbClr val="5E5E5E"/>
    </a:accent6>
    <a:hlink>
      <a:srgbClr val="F84D4D"/>
    </a:hlink>
    <a:folHlink>
      <a:srgbClr val="979797"/>
    </a:folHlink>
  </a:clrScheme>
</a:themeOverride>
</file>

<file path=ppt/theme/themeOverride6.xml><?xml version="1.0" encoding="utf-8"?>
<a:themeOverride xmlns:a="http://schemas.openxmlformats.org/drawingml/2006/main">
  <a:clrScheme name="iSlide VI标准">
    <a:dk1>
      <a:srgbClr val="2F2F2F"/>
    </a:dk1>
    <a:lt1>
      <a:srgbClr val="FFFFFF"/>
    </a:lt1>
    <a:dk2>
      <a:srgbClr val="778495"/>
    </a:dk2>
    <a:lt2>
      <a:srgbClr val="F0F0F0"/>
    </a:lt2>
    <a:accent1>
      <a:srgbClr val="FF7B8B"/>
    </a:accent1>
    <a:accent2>
      <a:srgbClr val="F1C520"/>
    </a:accent2>
    <a:accent3>
      <a:srgbClr val="4CE0D8"/>
    </a:accent3>
    <a:accent4>
      <a:srgbClr val="738BF7"/>
    </a:accent4>
    <a:accent5>
      <a:srgbClr val="929292"/>
    </a:accent5>
    <a:accent6>
      <a:srgbClr val="5E5E5E"/>
    </a:accent6>
    <a:hlink>
      <a:srgbClr val="F84D4D"/>
    </a:hlink>
    <a:folHlink>
      <a:srgbClr val="979797"/>
    </a:folHlink>
  </a:clrScheme>
</a:themeOverride>
</file>

<file path=ppt/theme/themeOverride7.xml><?xml version="1.0" encoding="utf-8"?>
<a:themeOverride xmlns:a="http://schemas.openxmlformats.org/drawingml/2006/main">
  <a:clrScheme name="iSlide VI标准">
    <a:dk1>
      <a:srgbClr val="2F2F2F"/>
    </a:dk1>
    <a:lt1>
      <a:srgbClr val="FFFFFF"/>
    </a:lt1>
    <a:dk2>
      <a:srgbClr val="778495"/>
    </a:dk2>
    <a:lt2>
      <a:srgbClr val="F0F0F0"/>
    </a:lt2>
    <a:accent1>
      <a:srgbClr val="FF7B8B"/>
    </a:accent1>
    <a:accent2>
      <a:srgbClr val="F1C520"/>
    </a:accent2>
    <a:accent3>
      <a:srgbClr val="4CE0D8"/>
    </a:accent3>
    <a:accent4>
      <a:srgbClr val="738BF7"/>
    </a:accent4>
    <a:accent5>
      <a:srgbClr val="929292"/>
    </a:accent5>
    <a:accent6>
      <a:srgbClr val="5E5E5E"/>
    </a:accent6>
    <a:hlink>
      <a:srgbClr val="F84D4D"/>
    </a:hlink>
    <a:folHlink>
      <a:srgbClr val="979797"/>
    </a:folHlink>
  </a:clrScheme>
</a:themeOverride>
</file>

<file path=ppt/theme/themeOverride8.xml><?xml version="1.0" encoding="utf-8"?>
<a:themeOverride xmlns:a="http://schemas.openxmlformats.org/drawingml/2006/main">
  <a:clrScheme name="iSlide VI标准">
    <a:dk1>
      <a:srgbClr val="2F2F2F"/>
    </a:dk1>
    <a:lt1>
      <a:srgbClr val="FFFFFF"/>
    </a:lt1>
    <a:dk2>
      <a:srgbClr val="778495"/>
    </a:dk2>
    <a:lt2>
      <a:srgbClr val="F0F0F0"/>
    </a:lt2>
    <a:accent1>
      <a:srgbClr val="FF7B8B"/>
    </a:accent1>
    <a:accent2>
      <a:srgbClr val="F1C520"/>
    </a:accent2>
    <a:accent3>
      <a:srgbClr val="4CE0D8"/>
    </a:accent3>
    <a:accent4>
      <a:srgbClr val="738BF7"/>
    </a:accent4>
    <a:accent5>
      <a:srgbClr val="929292"/>
    </a:accent5>
    <a:accent6>
      <a:srgbClr val="5E5E5E"/>
    </a:accent6>
    <a:hlink>
      <a:srgbClr val="F84D4D"/>
    </a:hlink>
    <a:folHlink>
      <a:srgbClr val="979797"/>
    </a:folHlink>
  </a:clrScheme>
</a:themeOverride>
</file>

<file path=ppt/theme/themeOverride9.xml><?xml version="1.0" encoding="utf-8"?>
<a:themeOverride xmlns:a="http://schemas.openxmlformats.org/drawingml/2006/main">
  <a:clrScheme name="iSlide VI标准">
    <a:dk1>
      <a:srgbClr val="2F2F2F"/>
    </a:dk1>
    <a:lt1>
      <a:srgbClr val="FFFFFF"/>
    </a:lt1>
    <a:dk2>
      <a:srgbClr val="778495"/>
    </a:dk2>
    <a:lt2>
      <a:srgbClr val="F0F0F0"/>
    </a:lt2>
    <a:accent1>
      <a:srgbClr val="FF7B8B"/>
    </a:accent1>
    <a:accent2>
      <a:srgbClr val="F1C520"/>
    </a:accent2>
    <a:accent3>
      <a:srgbClr val="4CE0D8"/>
    </a:accent3>
    <a:accent4>
      <a:srgbClr val="738BF7"/>
    </a:accent4>
    <a:accent5>
      <a:srgbClr val="929292"/>
    </a:accent5>
    <a:accent6>
      <a:srgbClr val="5E5E5E"/>
    </a:accent6>
    <a:hlink>
      <a:srgbClr val="F84D4D"/>
    </a:hlink>
    <a:folHlink>
      <a:srgbClr val="979797"/>
    </a:folHlink>
  </a:clrScheme>
</a:themeOverride>
</file>

<file path=docProps/app.xml><?xml version="1.0" encoding="utf-8"?>
<Properties xmlns="http://schemas.openxmlformats.org/officeDocument/2006/extended-properties" xmlns:vt="http://schemas.openxmlformats.org/officeDocument/2006/docPropsVTypes">
  <Template>Fu</Template>
  <TotalTime>394</TotalTime>
  <Words>1244</Words>
  <Application>Microsoft Office PowerPoint</Application>
  <PresentationFormat>宽屏</PresentationFormat>
  <Paragraphs>153</Paragraphs>
  <Slides>18</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18</vt:i4>
      </vt:variant>
    </vt:vector>
  </HeadingPairs>
  <TitlesOfParts>
    <vt:vector size="22" baseType="lpstr">
      <vt:lpstr>等线</vt:lpstr>
      <vt:lpstr>Arial</vt:lpstr>
      <vt:lpstr>Cambria Math</vt:lpstr>
      <vt:lpstr>Designed by iSlide</vt:lpstr>
      <vt:lpstr>STAN：用于下一位置推荐的时空注意力网络</vt:lpstr>
      <vt:lpstr>PowerPoint 演示文稿</vt:lpstr>
      <vt:lpstr>任务介绍</vt:lpstr>
      <vt:lpstr>下一个位置推荐</vt:lpstr>
      <vt:lpstr>现有挑战</vt:lpstr>
      <vt:lpstr>数据集格式</vt:lpstr>
      <vt:lpstr>时空关系</vt:lpstr>
      <vt:lpstr>模型设计</vt:lpstr>
      <vt:lpstr>模型设计</vt:lpstr>
      <vt:lpstr>01 多模态嵌入模块</vt:lpstr>
      <vt:lpstr>模型架构</vt:lpstr>
      <vt:lpstr>实验设置</vt:lpstr>
      <vt:lpstr>基线模型</vt:lpstr>
      <vt:lpstr>评价指标设计</vt:lpstr>
      <vt:lpstr>实验结果</vt:lpstr>
      <vt:lpstr>实验平台及配置</vt:lpstr>
      <vt:lpstr>运行结果</vt:lpstr>
      <vt:lpstr>PowerPoint 演示文稿</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多彩3D线条创意酷炫运营工作汇报PPT模板</dc:title>
  <dc:creator>islide</dc:creator>
  <cp:keywords>51PPT模板网（www.51pptmoban.com）</cp:keywords>
  <dc:description>51PPT模板网，幻灯片演示模板及素材免费下载！_x000d__x000d__x000d_
51PPT模板网 唯一访问网址：www.51pptmoban.com</dc:description>
  <cp:lastModifiedBy>瑾 陈</cp:lastModifiedBy>
  <cp:revision>12</cp:revision>
  <cp:lastPrinted>2023-03-12T16:00:00Z</cp:lastPrinted>
  <dcterms:created xsi:type="dcterms:W3CDTF">2023-03-12T16:00:00Z</dcterms:created>
  <dcterms:modified xsi:type="dcterms:W3CDTF">2025-04-27T18:36:36Z</dcterms:modified>
  <cp:version>51</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EMPLATE">
    <vt:lpwstr>0abb23e3-06ce-4a24-82db-21bc5f7315bf</vt:lpwstr>
  </property>
  <property fmtid="{D5CDD505-2E9C-101B-9397-08002B2CF9AE}" pid="3" name="ICV">
    <vt:lpwstr>9F7A8242A3E74D5FB8FBA229C487ACD6_12</vt:lpwstr>
  </property>
  <property fmtid="{D5CDD505-2E9C-101B-9397-08002B2CF9AE}" pid="4" name="KSOProductBuildVer">
    <vt:lpwstr>2052-12.1.0.20305</vt:lpwstr>
  </property>
</Properties>
</file>